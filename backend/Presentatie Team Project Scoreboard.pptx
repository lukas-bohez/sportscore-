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1"/>
  </p:notesMasterIdLst>
  <p:sldIdLst>
    <p:sldId id="256" r:id="rId5"/>
    <p:sldId id="257" r:id="rId6"/>
    <p:sldId id="258" r:id="rId7"/>
    <p:sldId id="269" r:id="rId8"/>
    <p:sldId id="275" r:id="rId9"/>
    <p:sldId id="273" r:id="rId10"/>
    <p:sldId id="270" r:id="rId11"/>
    <p:sldId id="261" r:id="rId12"/>
    <p:sldId id="263" r:id="rId13"/>
    <p:sldId id="268" r:id="rId14"/>
    <p:sldId id="271" r:id="rId15"/>
    <p:sldId id="262" r:id="rId16"/>
    <p:sldId id="264" r:id="rId17"/>
    <p:sldId id="265" r:id="rId18"/>
    <p:sldId id="266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189AC7-0277-074F-9869-0621477F8C8C}" v="193" dt="2025-11-06T13:13:42.029"/>
    <p1510:client id="{AE5B9E6B-E3E8-4F88-BF98-363EB8E5FF34}" v="1064" dt="2025-11-06T13:11:24.042"/>
    <p1510:client id="{CB91F2E6-71D4-40CB-950A-1DFB30DCA9AD}" v="577" dt="2025-11-06T13:49:35.293"/>
    <p1510:client id="{F9D72F63-4929-C814-E4EA-A46600ADC806}" v="2" dt="2025-11-06T09:25:36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092" autoAdjust="0"/>
  </p:normalViewPr>
  <p:slideViewPr>
    <p:cSldViewPr snapToGrid="0">
      <p:cViewPr varScale="1">
        <p:scale>
          <a:sx n="82" d="100"/>
          <a:sy n="82" d="100"/>
        </p:scale>
        <p:origin x="16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9D1231-D6CD-40AD-92E1-791E52074A1D}" type="doc">
      <dgm:prSet loTypeId="urn:microsoft.com/office/officeart/2018/5/layout/IconCircleLabelList" loCatId="icon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A9DA8BF-EB7C-4395-815E-5CA74244317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BE"/>
            <a:t>Jarne : scrum master, developer</a:t>
          </a:r>
          <a:endParaRPr lang="en-US"/>
        </a:p>
      </dgm:t>
    </dgm:pt>
    <dgm:pt modelId="{E67141E2-5CED-406A-A503-B4B8DA64E30C}" type="parTrans" cxnId="{CE2EE68E-1E18-4EB0-B265-ED66B47E3757}">
      <dgm:prSet/>
      <dgm:spPr/>
      <dgm:t>
        <a:bodyPr/>
        <a:lstStyle/>
        <a:p>
          <a:endParaRPr lang="en-US"/>
        </a:p>
      </dgm:t>
    </dgm:pt>
    <dgm:pt modelId="{9FE0E979-735F-4ACC-BC30-9FE32340ED58}" type="sibTrans" cxnId="{CE2EE68E-1E18-4EB0-B265-ED66B47E3757}">
      <dgm:prSet/>
      <dgm:spPr/>
      <dgm:t>
        <a:bodyPr/>
        <a:lstStyle/>
        <a:p>
          <a:endParaRPr lang="en-US"/>
        </a:p>
      </dgm:t>
    </dgm:pt>
    <dgm:pt modelId="{BEDE76F0-2C4A-4174-AFAA-5C487DDD74E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BE"/>
            <a:t>Lukas : </a:t>
          </a:r>
          <a:r>
            <a:rPr lang="nl-BE" err="1"/>
            <a:t>github</a:t>
          </a:r>
          <a:r>
            <a:rPr lang="nl-BE"/>
            <a:t> master, </a:t>
          </a:r>
          <a:r>
            <a:rPr lang="nl-BE" err="1"/>
            <a:t>developer</a:t>
          </a:r>
          <a:endParaRPr lang="en-US"/>
        </a:p>
      </dgm:t>
    </dgm:pt>
    <dgm:pt modelId="{C2C182B7-9A31-40A0-9A2A-7CCCDA1B6757}" type="parTrans" cxnId="{9CFE9700-9A67-4D8C-A690-56D18551D7EA}">
      <dgm:prSet/>
      <dgm:spPr/>
      <dgm:t>
        <a:bodyPr/>
        <a:lstStyle/>
        <a:p>
          <a:endParaRPr lang="en-US"/>
        </a:p>
      </dgm:t>
    </dgm:pt>
    <dgm:pt modelId="{4A553C56-A6F0-49DD-9C84-08567AE4D961}" type="sibTrans" cxnId="{9CFE9700-9A67-4D8C-A690-56D18551D7EA}">
      <dgm:prSet/>
      <dgm:spPr/>
      <dgm:t>
        <a:bodyPr/>
        <a:lstStyle/>
        <a:p>
          <a:endParaRPr lang="en-US"/>
        </a:p>
      </dgm:t>
    </dgm:pt>
    <dgm:pt modelId="{7D4DA41E-E371-4555-856F-88AB266FE35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BE"/>
            <a:t>Abdullah: </a:t>
          </a:r>
          <a:r>
            <a:rPr lang="en-US"/>
            <a:t>Product owner, developer</a:t>
          </a:r>
        </a:p>
      </dgm:t>
    </dgm:pt>
    <dgm:pt modelId="{3CAA905B-2A92-417B-9A73-6B70ABED1EAE}" type="parTrans" cxnId="{20DE3360-F1A5-4081-988C-6EAE0C0CDAE2}">
      <dgm:prSet/>
      <dgm:spPr/>
      <dgm:t>
        <a:bodyPr/>
        <a:lstStyle/>
        <a:p>
          <a:endParaRPr lang="en-US"/>
        </a:p>
      </dgm:t>
    </dgm:pt>
    <dgm:pt modelId="{A28CBC8E-8356-4CB6-AC89-56077B38222B}" type="sibTrans" cxnId="{20DE3360-F1A5-4081-988C-6EAE0C0CDAE2}">
      <dgm:prSet/>
      <dgm:spPr/>
      <dgm:t>
        <a:bodyPr/>
        <a:lstStyle/>
        <a:p>
          <a:endParaRPr lang="en-US"/>
        </a:p>
      </dgm:t>
    </dgm:pt>
    <dgm:pt modelId="{DF4E2EA5-575C-47E8-B072-8A4DBBD47CB6}" type="pres">
      <dgm:prSet presAssocID="{439D1231-D6CD-40AD-92E1-791E52074A1D}" presName="root" presStyleCnt="0">
        <dgm:presLayoutVars>
          <dgm:dir/>
          <dgm:resizeHandles val="exact"/>
        </dgm:presLayoutVars>
      </dgm:prSet>
      <dgm:spPr/>
    </dgm:pt>
    <dgm:pt modelId="{484CD75F-7CD8-4372-A7AD-07AAB7899228}" type="pres">
      <dgm:prSet presAssocID="{2A9DA8BF-EB7C-4395-815E-5CA742443173}" presName="compNode" presStyleCnt="0"/>
      <dgm:spPr/>
    </dgm:pt>
    <dgm:pt modelId="{C5894376-C8F3-4DCE-80AA-44A958502182}" type="pres">
      <dgm:prSet presAssocID="{2A9DA8BF-EB7C-4395-815E-5CA742443173}" presName="iconBgRect" presStyleLbl="bgShp" presStyleIdx="0" presStyleCnt="3"/>
      <dgm:spPr/>
    </dgm:pt>
    <dgm:pt modelId="{2B5C1D31-32C3-44D5-8411-BFAD497CCCC3}" type="pres">
      <dgm:prSet presAssocID="{2A9DA8BF-EB7C-4395-815E-5CA7424431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bruiker"/>
        </a:ext>
      </dgm:extLst>
    </dgm:pt>
    <dgm:pt modelId="{07CD9C55-D4F0-47DA-A3A0-EF3AF555E393}" type="pres">
      <dgm:prSet presAssocID="{2A9DA8BF-EB7C-4395-815E-5CA742443173}" presName="spaceRect" presStyleCnt="0"/>
      <dgm:spPr/>
    </dgm:pt>
    <dgm:pt modelId="{6818FA90-8256-45F1-ADA1-7486D86A864B}" type="pres">
      <dgm:prSet presAssocID="{2A9DA8BF-EB7C-4395-815E-5CA742443173}" presName="textRect" presStyleLbl="revTx" presStyleIdx="0" presStyleCnt="3">
        <dgm:presLayoutVars>
          <dgm:chMax val="1"/>
          <dgm:chPref val="1"/>
        </dgm:presLayoutVars>
      </dgm:prSet>
      <dgm:spPr/>
    </dgm:pt>
    <dgm:pt modelId="{E86D55B1-DACE-425F-B356-1942694058C4}" type="pres">
      <dgm:prSet presAssocID="{9FE0E979-735F-4ACC-BC30-9FE32340ED58}" presName="sibTrans" presStyleCnt="0"/>
      <dgm:spPr/>
    </dgm:pt>
    <dgm:pt modelId="{716CEE8F-9140-43AE-831A-FF2CF5BF3D44}" type="pres">
      <dgm:prSet presAssocID="{BEDE76F0-2C4A-4174-AFAA-5C487DDD74E7}" presName="compNode" presStyleCnt="0"/>
      <dgm:spPr/>
    </dgm:pt>
    <dgm:pt modelId="{85D1038B-E00E-4B9E-89F7-B7810A6D24D3}" type="pres">
      <dgm:prSet presAssocID="{BEDE76F0-2C4A-4174-AFAA-5C487DDD74E7}" presName="iconBgRect" presStyleLbl="bgShp" presStyleIdx="1" presStyleCnt="3"/>
      <dgm:spPr/>
    </dgm:pt>
    <dgm:pt modelId="{3C56C6F5-A87E-4259-84F0-EA250FBDE728}" type="pres">
      <dgm:prSet presAssocID="{BEDE76F0-2C4A-4174-AFAA-5C487DDD74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1CAD830A-9FB4-4364-90F8-47A9EDA6FBDA}" type="pres">
      <dgm:prSet presAssocID="{BEDE76F0-2C4A-4174-AFAA-5C487DDD74E7}" presName="spaceRect" presStyleCnt="0"/>
      <dgm:spPr/>
    </dgm:pt>
    <dgm:pt modelId="{AC11E773-2F19-4634-996C-49BEDF8966EF}" type="pres">
      <dgm:prSet presAssocID="{BEDE76F0-2C4A-4174-AFAA-5C487DDD74E7}" presName="textRect" presStyleLbl="revTx" presStyleIdx="1" presStyleCnt="3">
        <dgm:presLayoutVars>
          <dgm:chMax val="1"/>
          <dgm:chPref val="1"/>
        </dgm:presLayoutVars>
      </dgm:prSet>
      <dgm:spPr/>
    </dgm:pt>
    <dgm:pt modelId="{933E5E61-74EF-4606-837D-63DAEEB3EAC1}" type="pres">
      <dgm:prSet presAssocID="{4A553C56-A6F0-49DD-9C84-08567AE4D961}" presName="sibTrans" presStyleCnt="0"/>
      <dgm:spPr/>
    </dgm:pt>
    <dgm:pt modelId="{1EA92916-6663-4994-876A-0C67D32AA0FB}" type="pres">
      <dgm:prSet presAssocID="{7D4DA41E-E371-4555-856F-88AB266FE359}" presName="compNode" presStyleCnt="0"/>
      <dgm:spPr/>
    </dgm:pt>
    <dgm:pt modelId="{3FA40738-18CF-476B-8283-D703AD4835F2}" type="pres">
      <dgm:prSet presAssocID="{7D4DA41E-E371-4555-856F-88AB266FE359}" presName="iconBgRect" presStyleLbl="bgShp" presStyleIdx="2" presStyleCnt="3"/>
      <dgm:spPr/>
    </dgm:pt>
    <dgm:pt modelId="{48AA9058-BEBD-47DB-A741-8D5B15DF2EC6}" type="pres">
      <dgm:prSet presAssocID="{7D4DA41E-E371-4555-856F-88AB266FE3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E0E2AAE-9701-4561-8652-C05132F889F8}" type="pres">
      <dgm:prSet presAssocID="{7D4DA41E-E371-4555-856F-88AB266FE359}" presName="spaceRect" presStyleCnt="0"/>
      <dgm:spPr/>
    </dgm:pt>
    <dgm:pt modelId="{A800D091-7C68-438E-90F6-EC4A66853DB8}" type="pres">
      <dgm:prSet presAssocID="{7D4DA41E-E371-4555-856F-88AB266FE35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FE9700-9A67-4D8C-A690-56D18551D7EA}" srcId="{439D1231-D6CD-40AD-92E1-791E52074A1D}" destId="{BEDE76F0-2C4A-4174-AFAA-5C487DDD74E7}" srcOrd="1" destOrd="0" parTransId="{C2C182B7-9A31-40A0-9A2A-7CCCDA1B6757}" sibTransId="{4A553C56-A6F0-49DD-9C84-08567AE4D961}"/>
    <dgm:cxn modelId="{B3637E0A-A128-49F5-A26F-13B91416AA97}" type="presOf" srcId="{439D1231-D6CD-40AD-92E1-791E52074A1D}" destId="{DF4E2EA5-575C-47E8-B072-8A4DBBD47CB6}" srcOrd="0" destOrd="0" presId="urn:microsoft.com/office/officeart/2018/5/layout/IconCircleLabelList"/>
    <dgm:cxn modelId="{473AAE15-2D9C-4188-8A58-C884900E814A}" type="presOf" srcId="{BEDE76F0-2C4A-4174-AFAA-5C487DDD74E7}" destId="{AC11E773-2F19-4634-996C-49BEDF8966EF}" srcOrd="0" destOrd="0" presId="urn:microsoft.com/office/officeart/2018/5/layout/IconCircleLabelList"/>
    <dgm:cxn modelId="{20DE3360-F1A5-4081-988C-6EAE0C0CDAE2}" srcId="{439D1231-D6CD-40AD-92E1-791E52074A1D}" destId="{7D4DA41E-E371-4555-856F-88AB266FE359}" srcOrd="2" destOrd="0" parTransId="{3CAA905B-2A92-417B-9A73-6B70ABED1EAE}" sibTransId="{A28CBC8E-8356-4CB6-AC89-56077B38222B}"/>
    <dgm:cxn modelId="{C9E6A58C-07A7-4922-A4FC-62DB5FDBD6F6}" type="presOf" srcId="{7D4DA41E-E371-4555-856F-88AB266FE359}" destId="{A800D091-7C68-438E-90F6-EC4A66853DB8}" srcOrd="0" destOrd="0" presId="urn:microsoft.com/office/officeart/2018/5/layout/IconCircleLabelList"/>
    <dgm:cxn modelId="{CE2EE68E-1E18-4EB0-B265-ED66B47E3757}" srcId="{439D1231-D6CD-40AD-92E1-791E52074A1D}" destId="{2A9DA8BF-EB7C-4395-815E-5CA742443173}" srcOrd="0" destOrd="0" parTransId="{E67141E2-5CED-406A-A503-B4B8DA64E30C}" sibTransId="{9FE0E979-735F-4ACC-BC30-9FE32340ED58}"/>
    <dgm:cxn modelId="{8F7F65B1-296D-453F-97E9-4A7032B450F1}" type="presOf" srcId="{2A9DA8BF-EB7C-4395-815E-5CA742443173}" destId="{6818FA90-8256-45F1-ADA1-7486D86A864B}" srcOrd="0" destOrd="0" presId="urn:microsoft.com/office/officeart/2018/5/layout/IconCircleLabelList"/>
    <dgm:cxn modelId="{D97FF703-304F-4D19-88A0-AF28A8A7F5D7}" type="presParOf" srcId="{DF4E2EA5-575C-47E8-B072-8A4DBBD47CB6}" destId="{484CD75F-7CD8-4372-A7AD-07AAB7899228}" srcOrd="0" destOrd="0" presId="urn:microsoft.com/office/officeart/2018/5/layout/IconCircleLabelList"/>
    <dgm:cxn modelId="{1464F327-BBB0-499A-B4E0-F1B79996B406}" type="presParOf" srcId="{484CD75F-7CD8-4372-A7AD-07AAB7899228}" destId="{C5894376-C8F3-4DCE-80AA-44A958502182}" srcOrd="0" destOrd="0" presId="urn:microsoft.com/office/officeart/2018/5/layout/IconCircleLabelList"/>
    <dgm:cxn modelId="{4649D5C0-2A1A-4B02-A075-2A746AD9064B}" type="presParOf" srcId="{484CD75F-7CD8-4372-A7AD-07AAB7899228}" destId="{2B5C1D31-32C3-44D5-8411-BFAD497CCCC3}" srcOrd="1" destOrd="0" presId="urn:microsoft.com/office/officeart/2018/5/layout/IconCircleLabelList"/>
    <dgm:cxn modelId="{394E6615-72CB-451F-B1CC-01CEA99A07CE}" type="presParOf" srcId="{484CD75F-7CD8-4372-A7AD-07AAB7899228}" destId="{07CD9C55-D4F0-47DA-A3A0-EF3AF555E393}" srcOrd="2" destOrd="0" presId="urn:microsoft.com/office/officeart/2018/5/layout/IconCircleLabelList"/>
    <dgm:cxn modelId="{EDCF5B1C-0927-455C-8B68-16624D890CE7}" type="presParOf" srcId="{484CD75F-7CD8-4372-A7AD-07AAB7899228}" destId="{6818FA90-8256-45F1-ADA1-7486D86A864B}" srcOrd="3" destOrd="0" presId="urn:microsoft.com/office/officeart/2018/5/layout/IconCircleLabelList"/>
    <dgm:cxn modelId="{092C318B-6210-44BB-8C60-E4851760194B}" type="presParOf" srcId="{DF4E2EA5-575C-47E8-B072-8A4DBBD47CB6}" destId="{E86D55B1-DACE-425F-B356-1942694058C4}" srcOrd="1" destOrd="0" presId="urn:microsoft.com/office/officeart/2018/5/layout/IconCircleLabelList"/>
    <dgm:cxn modelId="{10376DBF-FF5A-4C7D-8934-098D883A84F5}" type="presParOf" srcId="{DF4E2EA5-575C-47E8-B072-8A4DBBD47CB6}" destId="{716CEE8F-9140-43AE-831A-FF2CF5BF3D44}" srcOrd="2" destOrd="0" presId="urn:microsoft.com/office/officeart/2018/5/layout/IconCircleLabelList"/>
    <dgm:cxn modelId="{91D7EEB3-7CDC-4642-AB60-D0F695F132DF}" type="presParOf" srcId="{716CEE8F-9140-43AE-831A-FF2CF5BF3D44}" destId="{85D1038B-E00E-4B9E-89F7-B7810A6D24D3}" srcOrd="0" destOrd="0" presId="urn:microsoft.com/office/officeart/2018/5/layout/IconCircleLabelList"/>
    <dgm:cxn modelId="{96A3E225-9A78-477E-BF14-042B5610080B}" type="presParOf" srcId="{716CEE8F-9140-43AE-831A-FF2CF5BF3D44}" destId="{3C56C6F5-A87E-4259-84F0-EA250FBDE728}" srcOrd="1" destOrd="0" presId="urn:microsoft.com/office/officeart/2018/5/layout/IconCircleLabelList"/>
    <dgm:cxn modelId="{86EE74FC-02CE-41AD-8020-49AC596E3CDA}" type="presParOf" srcId="{716CEE8F-9140-43AE-831A-FF2CF5BF3D44}" destId="{1CAD830A-9FB4-4364-90F8-47A9EDA6FBDA}" srcOrd="2" destOrd="0" presId="urn:microsoft.com/office/officeart/2018/5/layout/IconCircleLabelList"/>
    <dgm:cxn modelId="{A5D2A369-BCB7-43C9-973A-DBC27803B10E}" type="presParOf" srcId="{716CEE8F-9140-43AE-831A-FF2CF5BF3D44}" destId="{AC11E773-2F19-4634-996C-49BEDF8966EF}" srcOrd="3" destOrd="0" presId="urn:microsoft.com/office/officeart/2018/5/layout/IconCircleLabelList"/>
    <dgm:cxn modelId="{F345435C-7CAB-485B-9F93-97C0907E95DF}" type="presParOf" srcId="{DF4E2EA5-575C-47E8-B072-8A4DBBD47CB6}" destId="{933E5E61-74EF-4606-837D-63DAEEB3EAC1}" srcOrd="3" destOrd="0" presId="urn:microsoft.com/office/officeart/2018/5/layout/IconCircleLabelList"/>
    <dgm:cxn modelId="{4F15864F-AB07-4DE2-A76C-DC4D03A814BF}" type="presParOf" srcId="{DF4E2EA5-575C-47E8-B072-8A4DBBD47CB6}" destId="{1EA92916-6663-4994-876A-0C67D32AA0FB}" srcOrd="4" destOrd="0" presId="urn:microsoft.com/office/officeart/2018/5/layout/IconCircleLabelList"/>
    <dgm:cxn modelId="{421E1431-4BB1-4001-BD5B-361A5A10C52E}" type="presParOf" srcId="{1EA92916-6663-4994-876A-0C67D32AA0FB}" destId="{3FA40738-18CF-476B-8283-D703AD4835F2}" srcOrd="0" destOrd="0" presId="urn:microsoft.com/office/officeart/2018/5/layout/IconCircleLabelList"/>
    <dgm:cxn modelId="{52F09611-B513-4437-BA22-22450F6E6DC6}" type="presParOf" srcId="{1EA92916-6663-4994-876A-0C67D32AA0FB}" destId="{48AA9058-BEBD-47DB-A741-8D5B15DF2EC6}" srcOrd="1" destOrd="0" presId="urn:microsoft.com/office/officeart/2018/5/layout/IconCircleLabelList"/>
    <dgm:cxn modelId="{8BB86B8B-F6F3-4D7A-A67E-0195BD6FFD56}" type="presParOf" srcId="{1EA92916-6663-4994-876A-0C67D32AA0FB}" destId="{CE0E2AAE-9701-4561-8652-C05132F889F8}" srcOrd="2" destOrd="0" presId="urn:microsoft.com/office/officeart/2018/5/layout/IconCircleLabelList"/>
    <dgm:cxn modelId="{E59977A0-1AD4-4A46-ABE0-3E42BB087958}" type="presParOf" srcId="{1EA92916-6663-4994-876A-0C67D32AA0FB}" destId="{A800D091-7C68-438E-90F6-EC4A66853DB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9F78C-9207-4A54-B5DC-170CD4C69D67}" type="doc">
      <dgm:prSet loTypeId="urn:microsoft.com/office/officeart/2018/5/layout/IconCircleLabelList" loCatId="icon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1C3212F-A4B8-473C-AC72-E5CD041BB2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BE"/>
            <a:t>HTML, CSS, JS, Vue.js, Bootstrap</a:t>
          </a:r>
          <a:endParaRPr lang="en-US"/>
        </a:p>
      </dgm:t>
    </dgm:pt>
    <dgm:pt modelId="{CD9E44B2-6FA6-4F44-BEFF-DD47E6E6FEC4}" type="parTrans" cxnId="{72E4EBFA-FAF7-4CB7-B543-5FA10B57DFB3}">
      <dgm:prSet/>
      <dgm:spPr/>
      <dgm:t>
        <a:bodyPr/>
        <a:lstStyle/>
        <a:p>
          <a:endParaRPr lang="en-US"/>
        </a:p>
      </dgm:t>
    </dgm:pt>
    <dgm:pt modelId="{EB602042-CF16-4898-B2EF-DE2C1BBDBD20}" type="sibTrans" cxnId="{72E4EBFA-FAF7-4CB7-B543-5FA10B57DFB3}">
      <dgm:prSet/>
      <dgm:spPr/>
      <dgm:t>
        <a:bodyPr/>
        <a:lstStyle/>
        <a:p>
          <a:endParaRPr lang="en-US"/>
        </a:p>
      </dgm:t>
    </dgm:pt>
    <dgm:pt modelId="{9D86567A-1C7A-43DA-89CC-7D012BBF77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Responsieve webinterface voor admin</a:t>
          </a:r>
          <a:endParaRPr lang="en-US"/>
        </a:p>
      </dgm:t>
    </dgm:pt>
    <dgm:pt modelId="{5DF3E26F-C4AC-4C89-B039-89A2E117E761}" type="parTrans" cxnId="{D8FAC8E1-03A9-421F-8349-F5B7AC9A2697}">
      <dgm:prSet/>
      <dgm:spPr/>
      <dgm:t>
        <a:bodyPr/>
        <a:lstStyle/>
        <a:p>
          <a:endParaRPr lang="en-US"/>
        </a:p>
      </dgm:t>
    </dgm:pt>
    <dgm:pt modelId="{80BFC246-574B-4B56-9A8C-E996F5981A3A}" type="sibTrans" cxnId="{D8FAC8E1-03A9-421F-8349-F5B7AC9A2697}">
      <dgm:prSet/>
      <dgm:spPr/>
      <dgm:t>
        <a:bodyPr/>
        <a:lstStyle/>
        <a:p>
          <a:endParaRPr lang="en-US"/>
        </a:p>
      </dgm:t>
    </dgm:pt>
    <dgm:pt modelId="{0E9E2852-090A-4B15-B63F-4EE05FBB62D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BE"/>
            <a:t>Begeleiders kunnen scores invoeren via mobiel</a:t>
          </a:r>
          <a:endParaRPr lang="en-US"/>
        </a:p>
      </dgm:t>
    </dgm:pt>
    <dgm:pt modelId="{C3CA8A18-5B2C-4F6F-9FA3-9D5FFDE27C96}" type="parTrans" cxnId="{F9E260C0-EF60-43F8-B761-74BC06476019}">
      <dgm:prSet/>
      <dgm:spPr/>
      <dgm:t>
        <a:bodyPr/>
        <a:lstStyle/>
        <a:p>
          <a:endParaRPr lang="en-US"/>
        </a:p>
      </dgm:t>
    </dgm:pt>
    <dgm:pt modelId="{D702329B-B63C-4FDC-9D8B-DE2E312C1902}" type="sibTrans" cxnId="{F9E260C0-EF60-43F8-B761-74BC06476019}">
      <dgm:prSet/>
      <dgm:spPr/>
      <dgm:t>
        <a:bodyPr/>
        <a:lstStyle/>
        <a:p>
          <a:endParaRPr lang="en-US"/>
        </a:p>
      </dgm:t>
    </dgm:pt>
    <dgm:pt modelId="{0A09DAC5-C4BC-4AC3-A0C1-23951F475068}" type="pres">
      <dgm:prSet presAssocID="{4FE9F78C-9207-4A54-B5DC-170CD4C69D67}" presName="root" presStyleCnt="0">
        <dgm:presLayoutVars>
          <dgm:dir/>
          <dgm:resizeHandles val="exact"/>
        </dgm:presLayoutVars>
      </dgm:prSet>
      <dgm:spPr/>
    </dgm:pt>
    <dgm:pt modelId="{D893962D-7E75-4E1E-A117-68324800705B}" type="pres">
      <dgm:prSet presAssocID="{31C3212F-A4B8-473C-AC72-E5CD041BB212}" presName="compNode" presStyleCnt="0"/>
      <dgm:spPr/>
    </dgm:pt>
    <dgm:pt modelId="{E388A989-9332-4E53-AEF9-2505CEFBB016}" type="pres">
      <dgm:prSet presAssocID="{31C3212F-A4B8-473C-AC72-E5CD041BB212}" presName="iconBgRect" presStyleLbl="bgShp" presStyleIdx="0" presStyleCnt="3"/>
      <dgm:spPr/>
    </dgm:pt>
    <dgm:pt modelId="{6A875F0A-F099-4FBD-87A3-B206F9FB90E6}" type="pres">
      <dgm:prSet presAssocID="{31C3212F-A4B8-473C-AC72-E5CD041BB2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E3FA225-F5E8-447C-B1F8-D04F5257F620}" type="pres">
      <dgm:prSet presAssocID="{31C3212F-A4B8-473C-AC72-E5CD041BB212}" presName="spaceRect" presStyleCnt="0"/>
      <dgm:spPr/>
    </dgm:pt>
    <dgm:pt modelId="{1584B44E-63A6-4AFB-BCE5-23F47126AE92}" type="pres">
      <dgm:prSet presAssocID="{31C3212F-A4B8-473C-AC72-E5CD041BB212}" presName="textRect" presStyleLbl="revTx" presStyleIdx="0" presStyleCnt="3">
        <dgm:presLayoutVars>
          <dgm:chMax val="1"/>
          <dgm:chPref val="1"/>
        </dgm:presLayoutVars>
      </dgm:prSet>
      <dgm:spPr/>
    </dgm:pt>
    <dgm:pt modelId="{69D6DEED-B67E-4487-9613-899A2B8D0937}" type="pres">
      <dgm:prSet presAssocID="{EB602042-CF16-4898-B2EF-DE2C1BBDBD20}" presName="sibTrans" presStyleCnt="0"/>
      <dgm:spPr/>
    </dgm:pt>
    <dgm:pt modelId="{5FBF770D-4925-4C05-86FB-98217F505EE9}" type="pres">
      <dgm:prSet presAssocID="{9D86567A-1C7A-43DA-89CC-7D012BBF7767}" presName="compNode" presStyleCnt="0"/>
      <dgm:spPr/>
    </dgm:pt>
    <dgm:pt modelId="{23F63C20-3BC4-4E6A-9A48-36C57C2D7503}" type="pres">
      <dgm:prSet presAssocID="{9D86567A-1C7A-43DA-89CC-7D012BBF7767}" presName="iconBgRect" presStyleLbl="bgShp" presStyleIdx="1" presStyleCnt="3"/>
      <dgm:spPr/>
    </dgm:pt>
    <dgm:pt modelId="{A692456E-E2AE-4788-961C-4EF6F8071649}" type="pres">
      <dgm:prSet presAssocID="{9D86567A-1C7A-43DA-89CC-7D012BBF776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bruiker"/>
        </a:ext>
      </dgm:extLst>
    </dgm:pt>
    <dgm:pt modelId="{2DC53EBF-5E53-4B96-8C1F-B60EDB421B26}" type="pres">
      <dgm:prSet presAssocID="{9D86567A-1C7A-43DA-89CC-7D012BBF7767}" presName="spaceRect" presStyleCnt="0"/>
      <dgm:spPr/>
    </dgm:pt>
    <dgm:pt modelId="{6FAB3C65-4AEF-413E-A304-4F3ADE6B05AF}" type="pres">
      <dgm:prSet presAssocID="{9D86567A-1C7A-43DA-89CC-7D012BBF7767}" presName="textRect" presStyleLbl="revTx" presStyleIdx="1" presStyleCnt="3">
        <dgm:presLayoutVars>
          <dgm:chMax val="1"/>
          <dgm:chPref val="1"/>
        </dgm:presLayoutVars>
      </dgm:prSet>
      <dgm:spPr/>
    </dgm:pt>
    <dgm:pt modelId="{E84F913F-6407-4A19-842E-7E031C5F263B}" type="pres">
      <dgm:prSet presAssocID="{80BFC246-574B-4B56-9A8C-E996F5981A3A}" presName="sibTrans" presStyleCnt="0"/>
      <dgm:spPr/>
    </dgm:pt>
    <dgm:pt modelId="{FEBE97C0-B695-4619-A5B6-B8ECD52D0F2D}" type="pres">
      <dgm:prSet presAssocID="{0E9E2852-090A-4B15-B63F-4EE05FBB62D5}" presName="compNode" presStyleCnt="0"/>
      <dgm:spPr/>
    </dgm:pt>
    <dgm:pt modelId="{9D85635A-293E-4399-AC58-88D589899068}" type="pres">
      <dgm:prSet presAssocID="{0E9E2852-090A-4B15-B63F-4EE05FBB62D5}" presName="iconBgRect" presStyleLbl="bgShp" presStyleIdx="2" presStyleCnt="3"/>
      <dgm:spPr/>
    </dgm:pt>
    <dgm:pt modelId="{2DF460DF-C9AA-408E-94AC-E11FD1B5CA7A}" type="pres">
      <dgm:prSet presAssocID="{0E9E2852-090A-4B15-B63F-4EE05FBB62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1469A7A-E161-4FEA-9025-3DA3FFB3316B}" type="pres">
      <dgm:prSet presAssocID="{0E9E2852-090A-4B15-B63F-4EE05FBB62D5}" presName="spaceRect" presStyleCnt="0"/>
      <dgm:spPr/>
    </dgm:pt>
    <dgm:pt modelId="{3C8A6FAF-C317-460C-B7F7-59F9DFB4CFA1}" type="pres">
      <dgm:prSet presAssocID="{0E9E2852-090A-4B15-B63F-4EE05FBB62D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633C27-0612-4B1D-9930-438B61299CF8}" type="presOf" srcId="{0E9E2852-090A-4B15-B63F-4EE05FBB62D5}" destId="{3C8A6FAF-C317-460C-B7F7-59F9DFB4CFA1}" srcOrd="0" destOrd="0" presId="urn:microsoft.com/office/officeart/2018/5/layout/IconCircleLabelList"/>
    <dgm:cxn modelId="{58BF06A6-1D03-42A7-8FE1-C2A12E03BC13}" type="presOf" srcId="{31C3212F-A4B8-473C-AC72-E5CD041BB212}" destId="{1584B44E-63A6-4AFB-BCE5-23F47126AE92}" srcOrd="0" destOrd="0" presId="urn:microsoft.com/office/officeart/2018/5/layout/IconCircleLabelList"/>
    <dgm:cxn modelId="{F9E260C0-EF60-43F8-B761-74BC06476019}" srcId="{4FE9F78C-9207-4A54-B5DC-170CD4C69D67}" destId="{0E9E2852-090A-4B15-B63F-4EE05FBB62D5}" srcOrd="2" destOrd="0" parTransId="{C3CA8A18-5B2C-4F6F-9FA3-9D5FFDE27C96}" sibTransId="{D702329B-B63C-4FDC-9D8B-DE2E312C1902}"/>
    <dgm:cxn modelId="{52C0F7C7-8D15-45ED-A10B-95C13351A1C8}" type="presOf" srcId="{9D86567A-1C7A-43DA-89CC-7D012BBF7767}" destId="{6FAB3C65-4AEF-413E-A304-4F3ADE6B05AF}" srcOrd="0" destOrd="0" presId="urn:microsoft.com/office/officeart/2018/5/layout/IconCircleLabelList"/>
    <dgm:cxn modelId="{D8FAC8E1-03A9-421F-8349-F5B7AC9A2697}" srcId="{4FE9F78C-9207-4A54-B5DC-170CD4C69D67}" destId="{9D86567A-1C7A-43DA-89CC-7D012BBF7767}" srcOrd="1" destOrd="0" parTransId="{5DF3E26F-C4AC-4C89-B039-89A2E117E761}" sibTransId="{80BFC246-574B-4B56-9A8C-E996F5981A3A}"/>
    <dgm:cxn modelId="{543A27F6-0169-4445-BE4E-E2D418027C38}" type="presOf" srcId="{4FE9F78C-9207-4A54-B5DC-170CD4C69D67}" destId="{0A09DAC5-C4BC-4AC3-A0C1-23951F475068}" srcOrd="0" destOrd="0" presId="urn:microsoft.com/office/officeart/2018/5/layout/IconCircleLabelList"/>
    <dgm:cxn modelId="{72E4EBFA-FAF7-4CB7-B543-5FA10B57DFB3}" srcId="{4FE9F78C-9207-4A54-B5DC-170CD4C69D67}" destId="{31C3212F-A4B8-473C-AC72-E5CD041BB212}" srcOrd="0" destOrd="0" parTransId="{CD9E44B2-6FA6-4F44-BEFF-DD47E6E6FEC4}" sibTransId="{EB602042-CF16-4898-B2EF-DE2C1BBDBD20}"/>
    <dgm:cxn modelId="{AC1331F7-563A-4CD0-AE6A-A872FF9D765C}" type="presParOf" srcId="{0A09DAC5-C4BC-4AC3-A0C1-23951F475068}" destId="{D893962D-7E75-4E1E-A117-68324800705B}" srcOrd="0" destOrd="0" presId="urn:microsoft.com/office/officeart/2018/5/layout/IconCircleLabelList"/>
    <dgm:cxn modelId="{11E46BE5-D8F0-4807-AE32-7F1EC46497FA}" type="presParOf" srcId="{D893962D-7E75-4E1E-A117-68324800705B}" destId="{E388A989-9332-4E53-AEF9-2505CEFBB016}" srcOrd="0" destOrd="0" presId="urn:microsoft.com/office/officeart/2018/5/layout/IconCircleLabelList"/>
    <dgm:cxn modelId="{686C6F5B-A2D8-41E9-A6F6-2F3AA67CFC38}" type="presParOf" srcId="{D893962D-7E75-4E1E-A117-68324800705B}" destId="{6A875F0A-F099-4FBD-87A3-B206F9FB90E6}" srcOrd="1" destOrd="0" presId="urn:microsoft.com/office/officeart/2018/5/layout/IconCircleLabelList"/>
    <dgm:cxn modelId="{91391136-270E-4E1A-B906-61A656FE5891}" type="presParOf" srcId="{D893962D-7E75-4E1E-A117-68324800705B}" destId="{DE3FA225-F5E8-447C-B1F8-D04F5257F620}" srcOrd="2" destOrd="0" presId="urn:microsoft.com/office/officeart/2018/5/layout/IconCircleLabelList"/>
    <dgm:cxn modelId="{E66C105B-7659-4E04-AB77-DE6050B84E08}" type="presParOf" srcId="{D893962D-7E75-4E1E-A117-68324800705B}" destId="{1584B44E-63A6-4AFB-BCE5-23F47126AE92}" srcOrd="3" destOrd="0" presId="urn:microsoft.com/office/officeart/2018/5/layout/IconCircleLabelList"/>
    <dgm:cxn modelId="{27AB3C31-BBA0-4529-8367-929E40AEF686}" type="presParOf" srcId="{0A09DAC5-C4BC-4AC3-A0C1-23951F475068}" destId="{69D6DEED-B67E-4487-9613-899A2B8D0937}" srcOrd="1" destOrd="0" presId="urn:microsoft.com/office/officeart/2018/5/layout/IconCircleLabelList"/>
    <dgm:cxn modelId="{BC84A333-8348-4BC1-BEDB-D1A0F94719D4}" type="presParOf" srcId="{0A09DAC5-C4BC-4AC3-A0C1-23951F475068}" destId="{5FBF770D-4925-4C05-86FB-98217F505EE9}" srcOrd="2" destOrd="0" presId="urn:microsoft.com/office/officeart/2018/5/layout/IconCircleLabelList"/>
    <dgm:cxn modelId="{26A6B8A0-D0E9-415B-A164-D30B79106F61}" type="presParOf" srcId="{5FBF770D-4925-4C05-86FB-98217F505EE9}" destId="{23F63C20-3BC4-4E6A-9A48-36C57C2D7503}" srcOrd="0" destOrd="0" presId="urn:microsoft.com/office/officeart/2018/5/layout/IconCircleLabelList"/>
    <dgm:cxn modelId="{3C3828D1-AFF6-463E-AE7B-FC936C3E1C84}" type="presParOf" srcId="{5FBF770D-4925-4C05-86FB-98217F505EE9}" destId="{A692456E-E2AE-4788-961C-4EF6F8071649}" srcOrd="1" destOrd="0" presId="urn:microsoft.com/office/officeart/2018/5/layout/IconCircleLabelList"/>
    <dgm:cxn modelId="{4E3B1597-E6D6-4837-8121-00234E232295}" type="presParOf" srcId="{5FBF770D-4925-4C05-86FB-98217F505EE9}" destId="{2DC53EBF-5E53-4B96-8C1F-B60EDB421B26}" srcOrd="2" destOrd="0" presId="urn:microsoft.com/office/officeart/2018/5/layout/IconCircleLabelList"/>
    <dgm:cxn modelId="{1B65CD53-EC79-4241-90C8-2748C265A987}" type="presParOf" srcId="{5FBF770D-4925-4C05-86FB-98217F505EE9}" destId="{6FAB3C65-4AEF-413E-A304-4F3ADE6B05AF}" srcOrd="3" destOrd="0" presId="urn:microsoft.com/office/officeart/2018/5/layout/IconCircleLabelList"/>
    <dgm:cxn modelId="{423D5048-87EC-4B9D-97DF-2DF511709CF3}" type="presParOf" srcId="{0A09DAC5-C4BC-4AC3-A0C1-23951F475068}" destId="{E84F913F-6407-4A19-842E-7E031C5F263B}" srcOrd="3" destOrd="0" presId="urn:microsoft.com/office/officeart/2018/5/layout/IconCircleLabelList"/>
    <dgm:cxn modelId="{FD629950-94D2-4830-9510-4CC6898C06E0}" type="presParOf" srcId="{0A09DAC5-C4BC-4AC3-A0C1-23951F475068}" destId="{FEBE97C0-B695-4619-A5B6-B8ECD52D0F2D}" srcOrd="4" destOrd="0" presId="urn:microsoft.com/office/officeart/2018/5/layout/IconCircleLabelList"/>
    <dgm:cxn modelId="{D6965FA0-B8A1-4635-8D34-35F34166DD4E}" type="presParOf" srcId="{FEBE97C0-B695-4619-A5B6-B8ECD52D0F2D}" destId="{9D85635A-293E-4399-AC58-88D589899068}" srcOrd="0" destOrd="0" presId="urn:microsoft.com/office/officeart/2018/5/layout/IconCircleLabelList"/>
    <dgm:cxn modelId="{9A30EB60-EB1B-4A23-A644-C79999078D82}" type="presParOf" srcId="{FEBE97C0-B695-4619-A5B6-B8ECD52D0F2D}" destId="{2DF460DF-C9AA-408E-94AC-E11FD1B5CA7A}" srcOrd="1" destOrd="0" presId="urn:microsoft.com/office/officeart/2018/5/layout/IconCircleLabelList"/>
    <dgm:cxn modelId="{431521FB-F61F-44C8-9419-A9BA3BB3E73A}" type="presParOf" srcId="{FEBE97C0-B695-4619-A5B6-B8ECD52D0F2D}" destId="{61469A7A-E161-4FEA-9025-3DA3FFB3316B}" srcOrd="2" destOrd="0" presId="urn:microsoft.com/office/officeart/2018/5/layout/IconCircleLabelList"/>
    <dgm:cxn modelId="{E4784A2C-CFA2-4168-ABD9-847105DC6194}" type="presParOf" srcId="{FEBE97C0-B695-4619-A5B6-B8ECD52D0F2D}" destId="{3C8A6FAF-C317-460C-B7F7-59F9DFB4CFA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94376-C8F3-4DCE-80AA-44A958502182}">
      <dsp:nvSpPr>
        <dsp:cNvPr id="0" name=""/>
        <dsp:cNvSpPr/>
      </dsp:nvSpPr>
      <dsp:spPr>
        <a:xfrm>
          <a:off x="520949" y="435133"/>
          <a:ext cx="1544062" cy="154406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B5C1D31-32C3-44D5-8411-BFAD497CCCC3}">
      <dsp:nvSpPr>
        <dsp:cNvPr id="0" name=""/>
        <dsp:cNvSpPr/>
      </dsp:nvSpPr>
      <dsp:spPr>
        <a:xfrm>
          <a:off x="850012" y="764195"/>
          <a:ext cx="885937" cy="88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818FA90-8256-45F1-ADA1-7486D86A864B}">
      <dsp:nvSpPr>
        <dsp:cNvPr id="0" name=""/>
        <dsp:cNvSpPr/>
      </dsp:nvSpPr>
      <dsp:spPr>
        <a:xfrm>
          <a:off x="27356" y="246013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000" kern="1200"/>
            <a:t>Jarne : scrum master, developer</a:t>
          </a:r>
          <a:endParaRPr lang="en-US" sz="2000" kern="1200"/>
        </a:p>
      </dsp:txBody>
      <dsp:txXfrm>
        <a:off x="27356" y="2460133"/>
        <a:ext cx="2531250" cy="720000"/>
      </dsp:txXfrm>
    </dsp:sp>
    <dsp:sp modelId="{85D1038B-E00E-4B9E-89F7-B7810A6D24D3}">
      <dsp:nvSpPr>
        <dsp:cNvPr id="0" name=""/>
        <dsp:cNvSpPr/>
      </dsp:nvSpPr>
      <dsp:spPr>
        <a:xfrm>
          <a:off x="3495168" y="435133"/>
          <a:ext cx="1544062" cy="154406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C56C6F5-A87E-4259-84F0-EA250FBDE728}">
      <dsp:nvSpPr>
        <dsp:cNvPr id="0" name=""/>
        <dsp:cNvSpPr/>
      </dsp:nvSpPr>
      <dsp:spPr>
        <a:xfrm>
          <a:off x="3824231" y="764195"/>
          <a:ext cx="885937" cy="88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C11E773-2F19-4634-996C-49BEDF8966EF}">
      <dsp:nvSpPr>
        <dsp:cNvPr id="0" name=""/>
        <dsp:cNvSpPr/>
      </dsp:nvSpPr>
      <dsp:spPr>
        <a:xfrm>
          <a:off x="3001575" y="246013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000" kern="1200"/>
            <a:t>Lukas : </a:t>
          </a:r>
          <a:r>
            <a:rPr lang="nl-BE" sz="2000" kern="1200" err="1"/>
            <a:t>github</a:t>
          </a:r>
          <a:r>
            <a:rPr lang="nl-BE" sz="2000" kern="1200"/>
            <a:t> master, </a:t>
          </a:r>
          <a:r>
            <a:rPr lang="nl-BE" sz="2000" kern="1200" err="1"/>
            <a:t>developer</a:t>
          </a:r>
          <a:endParaRPr lang="en-US" sz="2000" kern="1200"/>
        </a:p>
      </dsp:txBody>
      <dsp:txXfrm>
        <a:off x="3001575" y="2460133"/>
        <a:ext cx="2531250" cy="720000"/>
      </dsp:txXfrm>
    </dsp:sp>
    <dsp:sp modelId="{3FA40738-18CF-476B-8283-D703AD4835F2}">
      <dsp:nvSpPr>
        <dsp:cNvPr id="0" name=""/>
        <dsp:cNvSpPr/>
      </dsp:nvSpPr>
      <dsp:spPr>
        <a:xfrm>
          <a:off x="6469387" y="435133"/>
          <a:ext cx="1544062" cy="1544062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8AA9058-BEBD-47DB-A741-8D5B15DF2EC6}">
      <dsp:nvSpPr>
        <dsp:cNvPr id="0" name=""/>
        <dsp:cNvSpPr/>
      </dsp:nvSpPr>
      <dsp:spPr>
        <a:xfrm>
          <a:off x="6798450" y="764195"/>
          <a:ext cx="885937" cy="885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800D091-7C68-438E-90F6-EC4A66853DB8}">
      <dsp:nvSpPr>
        <dsp:cNvPr id="0" name=""/>
        <dsp:cNvSpPr/>
      </dsp:nvSpPr>
      <dsp:spPr>
        <a:xfrm>
          <a:off x="5975793" y="2460133"/>
          <a:ext cx="25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000" kern="1200"/>
            <a:t>Abdullah: </a:t>
          </a:r>
          <a:r>
            <a:rPr lang="en-US" sz="2000" kern="1200"/>
            <a:t>Product owner, developer</a:t>
          </a:r>
        </a:p>
      </dsp:txBody>
      <dsp:txXfrm>
        <a:off x="5975793" y="2460133"/>
        <a:ext cx="253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8A989-9332-4E53-AEF9-2505CEFBB016}">
      <dsp:nvSpPr>
        <dsp:cNvPr id="0" name=""/>
        <dsp:cNvSpPr/>
      </dsp:nvSpPr>
      <dsp:spPr>
        <a:xfrm>
          <a:off x="646131" y="200602"/>
          <a:ext cx="1749937" cy="174993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A875F0A-F099-4FBD-87A3-B206F9FB90E6}">
      <dsp:nvSpPr>
        <dsp:cNvPr id="0" name=""/>
        <dsp:cNvSpPr/>
      </dsp:nvSpPr>
      <dsp:spPr>
        <a:xfrm>
          <a:off x="1019069" y="57354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584B44E-63A6-4AFB-BCE5-23F47126AE92}">
      <dsp:nvSpPr>
        <dsp:cNvPr id="0" name=""/>
        <dsp:cNvSpPr/>
      </dsp:nvSpPr>
      <dsp:spPr>
        <a:xfrm>
          <a:off x="86725" y="249560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1600" kern="1200"/>
            <a:t>HTML, CSS, JS, Vue.js, Bootstrap</a:t>
          </a:r>
          <a:endParaRPr lang="en-US" sz="1600" kern="1200"/>
        </a:p>
      </dsp:txBody>
      <dsp:txXfrm>
        <a:off x="86725" y="2495602"/>
        <a:ext cx="2868750" cy="720000"/>
      </dsp:txXfrm>
    </dsp:sp>
    <dsp:sp modelId="{23F63C20-3BC4-4E6A-9A48-36C57C2D7503}">
      <dsp:nvSpPr>
        <dsp:cNvPr id="0" name=""/>
        <dsp:cNvSpPr/>
      </dsp:nvSpPr>
      <dsp:spPr>
        <a:xfrm>
          <a:off x="4016912" y="200602"/>
          <a:ext cx="1749937" cy="174993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692456E-E2AE-4788-961C-4EF6F8071649}">
      <dsp:nvSpPr>
        <dsp:cNvPr id="0" name=""/>
        <dsp:cNvSpPr/>
      </dsp:nvSpPr>
      <dsp:spPr>
        <a:xfrm>
          <a:off x="4389850" y="57354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FAB3C65-4AEF-413E-A304-4F3ADE6B05AF}">
      <dsp:nvSpPr>
        <dsp:cNvPr id="0" name=""/>
        <dsp:cNvSpPr/>
      </dsp:nvSpPr>
      <dsp:spPr>
        <a:xfrm>
          <a:off x="3457506" y="249560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kern="1200"/>
            <a:t>Responsieve webinterface voor admin</a:t>
          </a:r>
          <a:endParaRPr lang="en-US" sz="1600" kern="1200"/>
        </a:p>
      </dsp:txBody>
      <dsp:txXfrm>
        <a:off x="3457506" y="2495602"/>
        <a:ext cx="2868750" cy="720000"/>
      </dsp:txXfrm>
    </dsp:sp>
    <dsp:sp modelId="{9D85635A-293E-4399-AC58-88D589899068}">
      <dsp:nvSpPr>
        <dsp:cNvPr id="0" name=""/>
        <dsp:cNvSpPr/>
      </dsp:nvSpPr>
      <dsp:spPr>
        <a:xfrm>
          <a:off x="7387694" y="200602"/>
          <a:ext cx="1749937" cy="1749937"/>
        </a:xfrm>
        <a:prstGeom prst="ellipse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DF460DF-C9AA-408E-94AC-E11FD1B5CA7A}">
      <dsp:nvSpPr>
        <dsp:cNvPr id="0" name=""/>
        <dsp:cNvSpPr/>
      </dsp:nvSpPr>
      <dsp:spPr>
        <a:xfrm>
          <a:off x="7760631" y="57354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C8A6FAF-C317-460C-B7F7-59F9DFB4CFA1}">
      <dsp:nvSpPr>
        <dsp:cNvPr id="0" name=""/>
        <dsp:cNvSpPr/>
      </dsp:nvSpPr>
      <dsp:spPr>
        <a:xfrm>
          <a:off x="6828287" y="249560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1600" kern="1200"/>
            <a:t>Begeleiders kunnen scores invoeren via mobiel</a:t>
          </a:r>
          <a:endParaRPr lang="en-US" sz="1600" kern="1200"/>
        </a:p>
      </dsp:txBody>
      <dsp:txXfrm>
        <a:off x="6828287" y="249560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3EF63-B162-4936-8CAB-526D98664F24}" type="datetimeFigureOut">
              <a:rPr lang="nl-BE" smtClean="0"/>
              <a:t>6/11/2025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8B907-6619-4B48-8191-1D67315627C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33276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Abdhulla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524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Jarne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4145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Lukas</a:t>
            </a:r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589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C3BC8-ABA3-0AC4-9282-75AF9FC4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A9595-A69A-264B-A795-2A990FC73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09095-C376-630B-8192-88940B72E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Abdhulla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C7642-0A54-0874-BDB6-F0714EFB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3208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5EFBF-0DF1-E745-54B2-0AB05F57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C0F88-8C55-0096-6B43-1F9A5EC33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96304-C0FC-0BB4-9639-B9429DCE7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Abdhulla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err="1"/>
              <a:t>SportScore</a:t>
            </a:r>
            <a:r>
              <a:rPr lang="en-US" b="1"/>
              <a:t>!</a:t>
            </a:r>
            <a:r>
              <a:rPr lang="en-US"/>
              <a:t>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webgebaseerde</a:t>
            </a:r>
            <a:r>
              <a:rPr lang="en-US"/>
              <a:t> </a:t>
            </a:r>
            <a:r>
              <a:rPr lang="en-US" err="1"/>
              <a:t>applicatie</a:t>
            </a:r>
            <a:r>
              <a:rPr lang="en-US"/>
              <a:t> die </a:t>
            </a:r>
            <a:r>
              <a:rPr lang="en-US" err="1"/>
              <a:t>draait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/>
              <a:t>Raspberry Pi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digitaal</a:t>
            </a:r>
            <a:r>
              <a:rPr lang="en-US" b="1"/>
              <a:t> </a:t>
            </a:r>
            <a:r>
              <a:rPr lang="en-US" b="1" err="1"/>
              <a:t>scorebord</a:t>
            </a:r>
            <a:r>
              <a:rPr lang="en-US"/>
              <a:t>.</a:t>
            </a:r>
            <a:br>
              <a:rPr lang="en-US"/>
            </a:br>
            <a:r>
              <a:rPr lang="en-US"/>
              <a:t>De app </a:t>
            </a:r>
            <a:r>
              <a:rPr lang="en-US" err="1"/>
              <a:t>maakt</a:t>
            </a:r>
            <a:r>
              <a:rPr lang="en-US"/>
              <a:t> het </a:t>
            </a:r>
            <a:r>
              <a:rPr lang="en-US" err="1"/>
              <a:t>eenvoudig</a:t>
            </a:r>
            <a:r>
              <a:rPr lang="en-US"/>
              <a:t> om </a:t>
            </a:r>
            <a:r>
              <a:rPr lang="en-US" b="1" err="1"/>
              <a:t>realtime</a:t>
            </a:r>
            <a:r>
              <a:rPr lang="en-US" b="1"/>
              <a:t> scores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tonen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groot</a:t>
            </a:r>
            <a:r>
              <a:rPr lang="en-US"/>
              <a:t> scherm, </a:t>
            </a:r>
            <a:r>
              <a:rPr lang="en-US" err="1"/>
              <a:t>terwijl</a:t>
            </a:r>
            <a:r>
              <a:rPr lang="en-US"/>
              <a:t> </a:t>
            </a:r>
            <a:r>
              <a:rPr lang="en-US" err="1"/>
              <a:t>begeleiders</a:t>
            </a:r>
            <a:r>
              <a:rPr lang="en-US"/>
              <a:t> via </a:t>
            </a:r>
            <a:r>
              <a:rPr lang="en-US" err="1"/>
              <a:t>hun</a:t>
            </a:r>
            <a:r>
              <a:rPr lang="en-US"/>
              <a:t> </a:t>
            </a:r>
            <a:r>
              <a:rPr lang="en-US" b="1"/>
              <a:t>smartphone of tablet</a:t>
            </a:r>
            <a:r>
              <a:rPr lang="en-US"/>
              <a:t> scores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invoeren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Offline </a:t>
            </a:r>
            <a:r>
              <a:rPr lang="en-US" b="1" err="1"/>
              <a:t>werking</a:t>
            </a:r>
            <a:r>
              <a:rPr lang="en-US"/>
              <a:t> – </a:t>
            </a:r>
            <a:r>
              <a:rPr lang="en-US" err="1"/>
              <a:t>geen</a:t>
            </a:r>
            <a:r>
              <a:rPr lang="en-US"/>
              <a:t> internet </a:t>
            </a:r>
            <a:r>
              <a:rPr lang="en-US" err="1"/>
              <a:t>nodig</a:t>
            </a:r>
            <a:r>
              <a:rPr lang="en-US"/>
              <a:t>; de Pi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eigen server </a:t>
            </a:r>
            <a:r>
              <a:rPr lang="en-US" err="1"/>
              <a:t>en</a:t>
            </a:r>
            <a:r>
              <a:rPr lang="en-US"/>
              <a:t> Wi-Fi-</a:t>
            </a:r>
            <a:r>
              <a:rPr lang="en-US" err="1"/>
              <a:t>netwerk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en-US" b="1" err="1"/>
              <a:t>Gebruiksvriendelijke</a:t>
            </a:r>
            <a:r>
              <a:rPr lang="en-US" b="1"/>
              <a:t> </a:t>
            </a:r>
            <a:r>
              <a:rPr lang="en-US" b="1" err="1"/>
              <a:t>bediening</a:t>
            </a:r>
            <a:r>
              <a:rPr lang="en-US"/>
              <a:t> – </a:t>
            </a:r>
            <a:r>
              <a:rPr lang="en-US" err="1"/>
              <a:t>begeleiders</a:t>
            </a:r>
            <a:r>
              <a:rPr lang="en-US"/>
              <a:t>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eenvoudig</a:t>
            </a:r>
            <a:r>
              <a:rPr lang="en-US"/>
              <a:t>:</a:t>
            </a:r>
          </a:p>
          <a:p>
            <a:r>
              <a:rPr lang="en-US"/>
              <a:t>Teams </a:t>
            </a:r>
            <a:r>
              <a:rPr lang="en-US" err="1"/>
              <a:t>aanmaken</a:t>
            </a:r>
            <a:endParaRPr lang="en-US"/>
          </a:p>
          <a:p>
            <a:r>
              <a:rPr lang="en-US"/>
              <a:t>Scores </a:t>
            </a:r>
            <a:r>
              <a:rPr lang="en-US" err="1"/>
              <a:t>invoeren</a:t>
            </a:r>
            <a:endParaRPr lang="en-US"/>
          </a:p>
          <a:p>
            <a:r>
              <a:rPr lang="en-US" err="1"/>
              <a:t>Sessies</a:t>
            </a:r>
            <a:r>
              <a:rPr lang="en-US"/>
              <a:t> </a:t>
            </a:r>
            <a:r>
              <a:rPr lang="en-US" err="1"/>
              <a:t>starten</a:t>
            </a:r>
            <a:r>
              <a:rPr lang="en-US"/>
              <a:t> of </a:t>
            </a:r>
            <a:r>
              <a:rPr lang="en-US" err="1"/>
              <a:t>oude</a:t>
            </a:r>
            <a:r>
              <a:rPr lang="en-US"/>
              <a:t> </a:t>
            </a:r>
            <a:r>
              <a:rPr lang="en-US" err="1"/>
              <a:t>wedstrijden</a:t>
            </a:r>
            <a:r>
              <a:rPr lang="en-US"/>
              <a:t> </a:t>
            </a:r>
            <a:r>
              <a:rPr lang="en-US" err="1"/>
              <a:t>herbekijken</a:t>
            </a:r>
            <a:endParaRPr lang="en-US"/>
          </a:p>
          <a:p>
            <a:endParaRPr lang="en-US"/>
          </a:p>
          <a:p>
            <a:r>
              <a:rPr lang="en-US" b="1"/>
              <a:t>Realtime </a:t>
            </a:r>
            <a:r>
              <a:rPr lang="en-US" b="1" err="1"/>
              <a:t>scoreweergave</a:t>
            </a:r>
            <a:r>
              <a:rPr lang="en-US"/>
              <a:t> – het </a:t>
            </a:r>
            <a:r>
              <a:rPr lang="en-US" err="1"/>
              <a:t>grote</a:t>
            </a:r>
            <a:r>
              <a:rPr lang="en-US"/>
              <a:t> scherm </a:t>
            </a:r>
            <a:r>
              <a:rPr lang="en-US" err="1"/>
              <a:t>toont</a:t>
            </a:r>
            <a:r>
              <a:rPr lang="en-US"/>
              <a:t> </a:t>
            </a:r>
            <a:r>
              <a:rPr lang="en-US" err="1"/>
              <a:t>onmiddellijk</a:t>
            </a:r>
            <a:r>
              <a:rPr lang="en-US"/>
              <a:t> de </a:t>
            </a:r>
            <a:r>
              <a:rPr lang="en-US" err="1"/>
              <a:t>actuele</a:t>
            </a:r>
            <a:r>
              <a:rPr lang="en-US"/>
              <a:t> stand.</a:t>
            </a:r>
          </a:p>
          <a:p>
            <a:endParaRPr lang="en-US"/>
          </a:p>
          <a:p>
            <a:r>
              <a:rPr lang="en-US" b="1"/>
              <a:t>QR-code </a:t>
            </a:r>
            <a:r>
              <a:rPr lang="en-US" b="1" err="1"/>
              <a:t>verbinding</a:t>
            </a:r>
            <a:r>
              <a:rPr lang="en-US"/>
              <a:t> – </a:t>
            </a:r>
            <a:r>
              <a:rPr lang="en-US" err="1"/>
              <a:t>gebruikers</a:t>
            </a:r>
            <a:r>
              <a:rPr lang="en-US"/>
              <a:t> </a:t>
            </a:r>
            <a:r>
              <a:rPr lang="en-US" err="1"/>
              <a:t>scannen</a:t>
            </a:r>
            <a:r>
              <a:rPr lang="en-US"/>
              <a:t> de code op het scherm om </a:t>
            </a:r>
            <a:r>
              <a:rPr lang="en-US" err="1"/>
              <a:t>snel</a:t>
            </a:r>
            <a:r>
              <a:rPr lang="en-US"/>
              <a:t> </a:t>
            </a:r>
            <a:r>
              <a:rPr lang="en-US" err="1"/>
              <a:t>verbinding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maken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38BB3-EC0C-6906-C6B9-835BCC495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2120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Abdhulla</a:t>
            </a:r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5297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C17E-3AB1-7456-AC87-182E8C35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5E0F1-F79C-09C8-2D56-BEA56035B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703C00-EA41-A690-0053-428A28425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Lukas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err="1"/>
              <a:t>SportScore</a:t>
            </a:r>
            <a:r>
              <a:rPr lang="en-US" b="1"/>
              <a:t>!</a:t>
            </a:r>
            <a:r>
              <a:rPr lang="en-US"/>
              <a:t>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webgebaseerde</a:t>
            </a:r>
            <a:r>
              <a:rPr lang="en-US"/>
              <a:t> </a:t>
            </a:r>
            <a:r>
              <a:rPr lang="en-US" err="1"/>
              <a:t>applicatie</a:t>
            </a:r>
            <a:r>
              <a:rPr lang="en-US"/>
              <a:t> die </a:t>
            </a:r>
            <a:r>
              <a:rPr lang="en-US" err="1"/>
              <a:t>draait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/>
              <a:t>Raspberry Pi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digitaal</a:t>
            </a:r>
            <a:r>
              <a:rPr lang="en-US" b="1"/>
              <a:t> </a:t>
            </a:r>
            <a:r>
              <a:rPr lang="en-US" b="1" err="1"/>
              <a:t>scorebord</a:t>
            </a:r>
            <a:r>
              <a:rPr lang="en-US"/>
              <a:t>.</a:t>
            </a:r>
            <a:br>
              <a:rPr lang="en-US"/>
            </a:br>
            <a:r>
              <a:rPr lang="en-US"/>
              <a:t>De app </a:t>
            </a:r>
            <a:r>
              <a:rPr lang="en-US" err="1"/>
              <a:t>maakt</a:t>
            </a:r>
            <a:r>
              <a:rPr lang="en-US"/>
              <a:t> het </a:t>
            </a:r>
            <a:r>
              <a:rPr lang="en-US" err="1"/>
              <a:t>eenvoudig</a:t>
            </a:r>
            <a:r>
              <a:rPr lang="en-US"/>
              <a:t> om </a:t>
            </a:r>
            <a:r>
              <a:rPr lang="en-US" b="1" err="1"/>
              <a:t>realtime</a:t>
            </a:r>
            <a:r>
              <a:rPr lang="en-US" b="1"/>
              <a:t> scores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tonen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groot</a:t>
            </a:r>
            <a:r>
              <a:rPr lang="en-US"/>
              <a:t> scherm, </a:t>
            </a:r>
            <a:r>
              <a:rPr lang="en-US" err="1"/>
              <a:t>terwijl</a:t>
            </a:r>
            <a:r>
              <a:rPr lang="en-US"/>
              <a:t> </a:t>
            </a:r>
            <a:r>
              <a:rPr lang="en-US" err="1"/>
              <a:t>begeleiders</a:t>
            </a:r>
            <a:r>
              <a:rPr lang="en-US"/>
              <a:t> via </a:t>
            </a:r>
            <a:r>
              <a:rPr lang="en-US" err="1"/>
              <a:t>hun</a:t>
            </a:r>
            <a:r>
              <a:rPr lang="en-US"/>
              <a:t> </a:t>
            </a:r>
            <a:r>
              <a:rPr lang="en-US" b="1"/>
              <a:t>smartphone of tablet</a:t>
            </a:r>
            <a:r>
              <a:rPr lang="en-US"/>
              <a:t> scores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invoeren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Offline </a:t>
            </a:r>
            <a:r>
              <a:rPr lang="en-US" b="1" err="1"/>
              <a:t>werking</a:t>
            </a:r>
            <a:r>
              <a:rPr lang="en-US"/>
              <a:t> – </a:t>
            </a:r>
            <a:r>
              <a:rPr lang="en-US" err="1"/>
              <a:t>geen</a:t>
            </a:r>
            <a:r>
              <a:rPr lang="en-US"/>
              <a:t> internet </a:t>
            </a:r>
            <a:r>
              <a:rPr lang="en-US" err="1"/>
              <a:t>nodig</a:t>
            </a:r>
            <a:r>
              <a:rPr lang="en-US"/>
              <a:t>; de Pi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eigen server </a:t>
            </a:r>
            <a:r>
              <a:rPr lang="en-US" err="1"/>
              <a:t>en</a:t>
            </a:r>
            <a:r>
              <a:rPr lang="en-US"/>
              <a:t> Wi-Fi-</a:t>
            </a:r>
            <a:r>
              <a:rPr lang="en-US" err="1"/>
              <a:t>netwerk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en-US" b="1" err="1"/>
              <a:t>Gebruiksvriendelijke</a:t>
            </a:r>
            <a:r>
              <a:rPr lang="en-US" b="1"/>
              <a:t> </a:t>
            </a:r>
            <a:r>
              <a:rPr lang="en-US" b="1" err="1"/>
              <a:t>bediening</a:t>
            </a:r>
            <a:r>
              <a:rPr lang="en-US"/>
              <a:t> – </a:t>
            </a:r>
            <a:r>
              <a:rPr lang="en-US" err="1"/>
              <a:t>begeleiders</a:t>
            </a:r>
            <a:r>
              <a:rPr lang="en-US"/>
              <a:t>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eenvoudig</a:t>
            </a:r>
            <a:r>
              <a:rPr lang="en-US"/>
              <a:t>:</a:t>
            </a:r>
          </a:p>
          <a:p>
            <a:r>
              <a:rPr lang="en-US"/>
              <a:t>Teams </a:t>
            </a:r>
            <a:r>
              <a:rPr lang="en-US" err="1"/>
              <a:t>aanmaken</a:t>
            </a:r>
            <a:endParaRPr lang="en-US"/>
          </a:p>
          <a:p>
            <a:r>
              <a:rPr lang="en-US"/>
              <a:t>Scores </a:t>
            </a:r>
            <a:r>
              <a:rPr lang="en-US" err="1"/>
              <a:t>invoeren</a:t>
            </a:r>
            <a:endParaRPr lang="en-US"/>
          </a:p>
          <a:p>
            <a:r>
              <a:rPr lang="en-US" err="1"/>
              <a:t>Sessies</a:t>
            </a:r>
            <a:r>
              <a:rPr lang="en-US"/>
              <a:t> </a:t>
            </a:r>
            <a:r>
              <a:rPr lang="en-US" err="1"/>
              <a:t>starten</a:t>
            </a:r>
            <a:r>
              <a:rPr lang="en-US"/>
              <a:t> of </a:t>
            </a:r>
            <a:r>
              <a:rPr lang="en-US" err="1"/>
              <a:t>oude</a:t>
            </a:r>
            <a:r>
              <a:rPr lang="en-US"/>
              <a:t> </a:t>
            </a:r>
            <a:r>
              <a:rPr lang="en-US" err="1"/>
              <a:t>wedstrijden</a:t>
            </a:r>
            <a:r>
              <a:rPr lang="en-US"/>
              <a:t> </a:t>
            </a:r>
            <a:r>
              <a:rPr lang="en-US" err="1"/>
              <a:t>herbekijken</a:t>
            </a:r>
            <a:endParaRPr lang="en-US"/>
          </a:p>
          <a:p>
            <a:endParaRPr lang="en-US"/>
          </a:p>
          <a:p>
            <a:r>
              <a:rPr lang="en-US" b="1"/>
              <a:t>Realtime </a:t>
            </a:r>
            <a:r>
              <a:rPr lang="en-US" b="1" err="1"/>
              <a:t>scoreweergave</a:t>
            </a:r>
            <a:r>
              <a:rPr lang="en-US"/>
              <a:t> – het </a:t>
            </a:r>
            <a:r>
              <a:rPr lang="en-US" err="1"/>
              <a:t>grote</a:t>
            </a:r>
            <a:r>
              <a:rPr lang="en-US"/>
              <a:t> scherm </a:t>
            </a:r>
            <a:r>
              <a:rPr lang="en-US" err="1"/>
              <a:t>toont</a:t>
            </a:r>
            <a:r>
              <a:rPr lang="en-US"/>
              <a:t> </a:t>
            </a:r>
            <a:r>
              <a:rPr lang="en-US" err="1"/>
              <a:t>onmiddellijk</a:t>
            </a:r>
            <a:r>
              <a:rPr lang="en-US"/>
              <a:t> de </a:t>
            </a:r>
            <a:r>
              <a:rPr lang="en-US" err="1"/>
              <a:t>actuele</a:t>
            </a:r>
            <a:r>
              <a:rPr lang="en-US"/>
              <a:t> stand.</a:t>
            </a:r>
          </a:p>
          <a:p>
            <a:endParaRPr lang="en-US"/>
          </a:p>
          <a:p>
            <a:r>
              <a:rPr lang="en-US" b="1"/>
              <a:t>QR-code </a:t>
            </a:r>
            <a:r>
              <a:rPr lang="en-US" b="1" err="1"/>
              <a:t>verbinding</a:t>
            </a:r>
            <a:r>
              <a:rPr lang="en-US"/>
              <a:t> – </a:t>
            </a:r>
            <a:r>
              <a:rPr lang="en-US" err="1"/>
              <a:t>gebruikers</a:t>
            </a:r>
            <a:r>
              <a:rPr lang="en-US"/>
              <a:t> </a:t>
            </a:r>
            <a:r>
              <a:rPr lang="en-US" err="1"/>
              <a:t>scannen</a:t>
            </a:r>
            <a:r>
              <a:rPr lang="en-US"/>
              <a:t> de code op het scherm om </a:t>
            </a:r>
            <a:r>
              <a:rPr lang="en-US" err="1"/>
              <a:t>snel</a:t>
            </a:r>
            <a:r>
              <a:rPr lang="en-US"/>
              <a:t> </a:t>
            </a:r>
            <a:r>
              <a:rPr lang="en-US" err="1"/>
              <a:t>verbinding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maken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28C23-43BD-4292-8111-172B846BA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5582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Lukas</a:t>
            </a:r>
          </a:p>
          <a:p>
            <a:r>
              <a:rPr lang="en-GB"/>
              <a:t>Raspberry pi host website</a:t>
            </a:r>
            <a:br>
              <a:rPr lang="en-GB"/>
            </a:br>
            <a:r>
              <a:rPr lang="en-GB"/>
              <a:t>Via HDMI op </a:t>
            </a:r>
            <a:r>
              <a:rPr lang="en-GB" err="1"/>
              <a:t>groot</a:t>
            </a:r>
            <a:r>
              <a:rPr lang="en-GB"/>
              <a:t> scherm</a:t>
            </a:r>
          </a:p>
          <a:p>
            <a:r>
              <a:rPr lang="en-GB"/>
              <a:t>User </a:t>
            </a:r>
            <a:r>
              <a:rPr lang="en-GB" err="1"/>
              <a:t>verbindt</a:t>
            </a:r>
            <a:r>
              <a:rPr lang="en-GB"/>
              <a:t> met access point via QR code</a:t>
            </a:r>
          </a:p>
          <a:p>
            <a:r>
              <a:rPr lang="en-GB"/>
              <a:t>2 </a:t>
            </a:r>
            <a:r>
              <a:rPr lang="en-GB" err="1"/>
              <a:t>verbindingsmanieren</a:t>
            </a:r>
            <a:endParaRPr lang="en-GB"/>
          </a:p>
          <a:p>
            <a:r>
              <a:rPr lang="en-GB"/>
              <a:t>QR code of </a:t>
            </a:r>
            <a:r>
              <a:rPr lang="en-GB" err="1"/>
              <a:t>manueel</a:t>
            </a:r>
            <a:r>
              <a:rPr lang="en-GB"/>
              <a:t> </a:t>
            </a:r>
            <a:r>
              <a:rPr lang="en-GB" err="1"/>
              <a:t>verbinden</a:t>
            </a:r>
            <a:endParaRPr lang="en-GB"/>
          </a:p>
          <a:p>
            <a:r>
              <a:rPr lang="en-GB" err="1"/>
              <a:t>Ofwel</a:t>
            </a:r>
            <a:r>
              <a:rPr lang="en-GB"/>
              <a:t> via </a:t>
            </a:r>
            <a:r>
              <a:rPr lang="en-GB" err="1"/>
              <a:t>nodogsplash</a:t>
            </a:r>
            <a:r>
              <a:rPr lang="en-GB"/>
              <a:t> of </a:t>
            </a:r>
            <a:r>
              <a:rPr lang="en-GB" err="1"/>
              <a:t>alternatief</a:t>
            </a:r>
            <a:r>
              <a:rPr lang="en-GB"/>
              <a:t> via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tweede</a:t>
            </a:r>
            <a:r>
              <a:rPr lang="en-GB"/>
              <a:t> QR code die </a:t>
            </a:r>
            <a:r>
              <a:rPr lang="en-GB" err="1"/>
              <a:t>werkt</a:t>
            </a:r>
            <a:r>
              <a:rPr lang="en-GB"/>
              <a:t> </a:t>
            </a:r>
            <a:r>
              <a:rPr lang="en-GB" err="1"/>
              <a:t>als</a:t>
            </a:r>
            <a:r>
              <a:rPr lang="en-GB"/>
              <a:t> link tot de site.</a:t>
            </a:r>
          </a:p>
          <a:p>
            <a:r>
              <a:rPr lang="en-GB"/>
              <a:t>Dit </a:t>
            </a:r>
            <a:r>
              <a:rPr lang="en-GB" err="1"/>
              <a:t>doen</a:t>
            </a:r>
            <a:r>
              <a:rPr lang="en-GB"/>
              <a:t> we via apache2 die de website host </a:t>
            </a:r>
            <a:r>
              <a:rPr lang="en-GB" err="1"/>
              <a:t>en</a:t>
            </a:r>
            <a:r>
              <a:rPr lang="en-GB"/>
              <a:t> de requests route </a:t>
            </a:r>
            <a:r>
              <a:rPr lang="en-GB" err="1"/>
              <a:t>naar</a:t>
            </a:r>
            <a:r>
              <a:rPr lang="en-GB"/>
              <a:t> de backend </a:t>
            </a:r>
            <a:r>
              <a:rPr lang="en-GB" err="1"/>
              <a:t>gehost</a:t>
            </a:r>
            <a:r>
              <a:rPr lang="en-GB"/>
              <a:t> via </a:t>
            </a:r>
            <a:r>
              <a:rPr lang="en-GB" err="1"/>
              <a:t>uvicorn</a:t>
            </a:r>
            <a:r>
              <a:rPr lang="en-GB"/>
              <a:t> met live updates via </a:t>
            </a:r>
            <a:r>
              <a:rPr lang="en-GB" err="1"/>
              <a:t>SocketIO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static data via </a:t>
            </a:r>
            <a:r>
              <a:rPr lang="en-GB" err="1"/>
              <a:t>fastapi</a:t>
            </a:r>
            <a:r>
              <a:rPr lang="en-GB"/>
              <a:t> endpoints.</a:t>
            </a:r>
          </a:p>
          <a:p>
            <a:br>
              <a:rPr lang="en-GB"/>
            </a:br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05655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Lukas</a:t>
            </a:r>
          </a:p>
          <a:p>
            <a:r>
              <a:rPr lang="en-GB" err="1"/>
              <a:t>Structuur</a:t>
            </a:r>
            <a:r>
              <a:rPr lang="en-GB"/>
              <a:t> van het </a:t>
            </a:r>
            <a:r>
              <a:rPr lang="en-GB" err="1"/>
              <a:t>mysql</a:t>
            </a:r>
            <a:r>
              <a:rPr lang="en-GB"/>
              <a:t> database, </a:t>
            </a:r>
          </a:p>
          <a:p>
            <a:r>
              <a:rPr lang="en-GB"/>
              <a:t>Teams </a:t>
            </a:r>
            <a:r>
              <a:rPr lang="en-GB" err="1"/>
              <a:t>hebben</a:t>
            </a:r>
            <a:r>
              <a:rPr lang="en-GB"/>
              <a:t> </a:t>
            </a:r>
            <a:r>
              <a:rPr lang="en-GB" err="1"/>
              <a:t>spelers</a:t>
            </a:r>
            <a:r>
              <a:rPr lang="en-GB"/>
              <a:t> die de </a:t>
            </a:r>
            <a:r>
              <a:rPr lang="en-GB" err="1"/>
              <a:t>gebruiker</a:t>
            </a:r>
            <a:r>
              <a:rPr lang="en-GB"/>
              <a:t> </a:t>
            </a:r>
            <a:r>
              <a:rPr lang="en-GB" err="1"/>
              <a:t>kan</a:t>
            </a:r>
            <a:r>
              <a:rPr lang="en-GB"/>
              <a:t> </a:t>
            </a:r>
            <a:r>
              <a:rPr lang="en-GB" err="1"/>
              <a:t>toevoegen</a:t>
            </a:r>
            <a:r>
              <a:rPr lang="en-GB"/>
              <a:t> </a:t>
            </a:r>
            <a:r>
              <a:rPr lang="en-GB" err="1"/>
              <a:t>aan</a:t>
            </a:r>
            <a:r>
              <a:rPr lang="en-GB"/>
              <a:t> die teams, </a:t>
            </a:r>
            <a:r>
              <a:rPr lang="en-GB" err="1"/>
              <a:t>een</a:t>
            </a:r>
            <a:r>
              <a:rPr lang="en-GB"/>
              <a:t> team </a:t>
            </a:r>
            <a:r>
              <a:rPr lang="en-GB" err="1"/>
              <a:t>heeft</a:t>
            </a:r>
            <a:r>
              <a:rPr lang="en-GB"/>
              <a:t> </a:t>
            </a:r>
            <a:r>
              <a:rPr lang="en-GB" err="1"/>
              <a:t>geen</a:t>
            </a:r>
            <a:r>
              <a:rPr lang="en-GB"/>
              <a:t> </a:t>
            </a:r>
            <a:r>
              <a:rPr lang="en-GB" err="1"/>
              <a:t>spelers</a:t>
            </a:r>
            <a:r>
              <a:rPr lang="en-GB"/>
              <a:t> </a:t>
            </a:r>
            <a:r>
              <a:rPr lang="en-GB" err="1"/>
              <a:t>nodig</a:t>
            </a:r>
            <a:r>
              <a:rPr lang="en-GB"/>
              <a:t>.</a:t>
            </a:r>
          </a:p>
          <a:p>
            <a:r>
              <a:rPr lang="en-GB" err="1"/>
              <a:t>Gebruiker</a:t>
            </a:r>
            <a:r>
              <a:rPr lang="en-GB"/>
              <a:t> </a:t>
            </a:r>
            <a:r>
              <a:rPr lang="en-GB" err="1"/>
              <a:t>kan</a:t>
            </a:r>
            <a:r>
              <a:rPr lang="en-GB"/>
              <a:t> teams </a:t>
            </a:r>
            <a:r>
              <a:rPr lang="en-GB" err="1"/>
              <a:t>puntent</a:t>
            </a:r>
            <a:r>
              <a:rPr lang="en-GB"/>
              <a:t> </a:t>
            </a:r>
            <a:r>
              <a:rPr lang="en-GB" err="1"/>
              <a:t>geven</a:t>
            </a:r>
            <a:r>
              <a:rPr lang="en-GB"/>
              <a:t> of </a:t>
            </a:r>
            <a:r>
              <a:rPr lang="en-GB" err="1"/>
              <a:t>spelers</a:t>
            </a:r>
            <a:r>
              <a:rPr lang="en-GB"/>
              <a:t> apart </a:t>
            </a:r>
            <a:r>
              <a:rPr lang="en-GB" err="1"/>
              <a:t>punten</a:t>
            </a:r>
            <a:r>
              <a:rPr lang="en-GB"/>
              <a:t> </a:t>
            </a:r>
            <a:r>
              <a:rPr lang="en-GB" err="1"/>
              <a:t>geven</a:t>
            </a:r>
            <a:r>
              <a:rPr lang="en-GB"/>
              <a:t> (</a:t>
            </a:r>
            <a:r>
              <a:rPr lang="en-GB" err="1"/>
              <a:t>geeft</a:t>
            </a:r>
            <a:r>
              <a:rPr lang="en-GB"/>
              <a:t> </a:t>
            </a:r>
            <a:r>
              <a:rPr lang="en-GB" err="1"/>
              <a:t>ook</a:t>
            </a:r>
            <a:r>
              <a:rPr lang="en-GB"/>
              <a:t> </a:t>
            </a:r>
            <a:r>
              <a:rPr lang="en-GB" err="1"/>
              <a:t>punten</a:t>
            </a:r>
            <a:r>
              <a:rPr lang="en-GB"/>
              <a:t> </a:t>
            </a:r>
            <a:r>
              <a:rPr lang="en-GB" err="1"/>
              <a:t>aan</a:t>
            </a:r>
            <a:r>
              <a:rPr lang="en-GB"/>
              <a:t> team </a:t>
            </a:r>
            <a:r>
              <a:rPr lang="en-GB" err="1"/>
              <a:t>waar</a:t>
            </a:r>
            <a:r>
              <a:rPr lang="en-GB"/>
              <a:t> ze </a:t>
            </a:r>
            <a:r>
              <a:rPr lang="en-GB" err="1"/>
              <a:t>toebehoren</a:t>
            </a:r>
            <a:r>
              <a:rPr lang="en-GB"/>
              <a:t>.</a:t>
            </a:r>
          </a:p>
          <a:p>
            <a:r>
              <a:rPr lang="en-GB"/>
              <a:t>Spellen </a:t>
            </a:r>
            <a:r>
              <a:rPr lang="en-GB" err="1"/>
              <a:t>werkt</a:t>
            </a:r>
            <a:r>
              <a:rPr lang="en-GB"/>
              <a:t> </a:t>
            </a:r>
            <a:r>
              <a:rPr lang="en-GB" err="1"/>
              <a:t>als</a:t>
            </a:r>
            <a:r>
              <a:rPr lang="en-GB"/>
              <a:t>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sessiebeheer</a:t>
            </a:r>
            <a:r>
              <a:rPr lang="en-GB"/>
              <a:t> table, die </a:t>
            </a:r>
            <a:r>
              <a:rPr lang="en-GB" err="1"/>
              <a:t>sessies</a:t>
            </a:r>
            <a:r>
              <a:rPr lang="en-GB"/>
              <a:t> </a:t>
            </a:r>
            <a:r>
              <a:rPr lang="en-GB" err="1"/>
              <a:t>bijhoudt</a:t>
            </a:r>
            <a:r>
              <a:rPr lang="en-GB"/>
              <a:t>, </a:t>
            </a:r>
            <a:r>
              <a:rPr lang="en-GB" err="1"/>
              <a:t>waarrondt</a:t>
            </a:r>
            <a:r>
              <a:rPr lang="en-GB"/>
              <a:t> </a:t>
            </a:r>
            <a:r>
              <a:rPr lang="en-GB" err="1"/>
              <a:t>alles</a:t>
            </a:r>
            <a:r>
              <a:rPr lang="en-GB"/>
              <a:t> </a:t>
            </a:r>
            <a:r>
              <a:rPr lang="en-GB" err="1"/>
              <a:t>draait</a:t>
            </a:r>
            <a:r>
              <a:rPr lang="en-GB"/>
              <a:t>.</a:t>
            </a:r>
          </a:p>
          <a:p>
            <a:r>
              <a:rPr lang="en-GB" err="1"/>
              <a:t>Sporten</a:t>
            </a:r>
            <a:r>
              <a:rPr lang="en-GB"/>
              <a:t> is de </a:t>
            </a:r>
            <a:r>
              <a:rPr lang="en-GB" err="1"/>
              <a:t>soorten</a:t>
            </a:r>
            <a:r>
              <a:rPr lang="en-GB"/>
              <a:t> </a:t>
            </a:r>
            <a:r>
              <a:rPr lang="en-GB" err="1"/>
              <a:t>spellen</a:t>
            </a:r>
            <a:r>
              <a:rPr lang="en-GB"/>
              <a:t> die </a:t>
            </a:r>
            <a:r>
              <a:rPr lang="en-GB" err="1"/>
              <a:t>kunnen</a:t>
            </a:r>
            <a:r>
              <a:rPr lang="en-GB"/>
              <a:t> </a:t>
            </a:r>
            <a:r>
              <a:rPr lang="en-GB" err="1"/>
              <a:t>gespeeld</a:t>
            </a:r>
            <a:r>
              <a:rPr lang="en-GB"/>
              <a:t> </a:t>
            </a:r>
            <a:r>
              <a:rPr lang="en-GB" err="1"/>
              <a:t>worden</a:t>
            </a:r>
            <a:r>
              <a:rPr lang="en-GB"/>
              <a:t>, </a:t>
            </a:r>
            <a:r>
              <a:rPr lang="en-GB" err="1"/>
              <a:t>vooral</a:t>
            </a:r>
            <a:r>
              <a:rPr lang="en-GB"/>
              <a:t> </a:t>
            </a:r>
            <a:r>
              <a:rPr lang="en-GB" err="1"/>
              <a:t>sporten</a:t>
            </a:r>
            <a:r>
              <a:rPr lang="en-GB"/>
              <a:t>, </a:t>
            </a:r>
            <a:r>
              <a:rPr lang="en-GB" err="1"/>
              <a:t>daardoor</a:t>
            </a:r>
            <a:r>
              <a:rPr lang="en-GB"/>
              <a:t> de naam, maar </a:t>
            </a:r>
            <a:r>
              <a:rPr lang="en-GB" err="1"/>
              <a:t>ook</a:t>
            </a:r>
            <a:r>
              <a:rPr lang="en-GB"/>
              <a:t> </a:t>
            </a:r>
            <a:r>
              <a:rPr lang="en-GB" err="1"/>
              <a:t>eliminatiemodus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</a:t>
            </a:r>
            <a:r>
              <a:rPr lang="en-GB" err="1"/>
              <a:t>quizmodus</a:t>
            </a:r>
            <a:r>
              <a:rPr lang="en-GB"/>
              <a:t>.</a:t>
            </a:r>
          </a:p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6906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1992-B921-D483-5321-79B677ED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C0ECC-5BB7-F937-471F-7D37BAAA0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C91334-4A5E-625D-C909-C64C884B6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Jarne</a:t>
            </a:r>
          </a:p>
          <a:p>
            <a:r>
              <a:rPr lang="en-GB"/>
              <a:t>Voor </a:t>
            </a:r>
            <a:r>
              <a:rPr lang="en-GB" err="1"/>
              <a:t>dit</a:t>
            </a:r>
            <a:r>
              <a:rPr lang="en-GB"/>
              <a:t> </a:t>
            </a:r>
            <a:r>
              <a:rPr lang="en-GB" err="1"/>
              <a:t>gebruiken</a:t>
            </a:r>
            <a:r>
              <a:rPr lang="en-GB"/>
              <a:t> we in </a:t>
            </a:r>
            <a:r>
              <a:rPr lang="en-GB" err="1"/>
              <a:t>onze</a:t>
            </a:r>
            <a:r>
              <a:rPr lang="en-GB"/>
              <a:t> frontend </a:t>
            </a:r>
            <a:r>
              <a:rPr lang="en-GB" err="1"/>
              <a:t>onder</a:t>
            </a:r>
            <a:r>
              <a:rPr lang="en-GB"/>
              <a:t> Andere het framework VUE.JS </a:t>
            </a:r>
            <a:r>
              <a:rPr lang="en-GB" err="1"/>
              <a:t>en</a:t>
            </a:r>
            <a:r>
              <a:rPr lang="en-GB"/>
              <a:t> bootstrapper, </a:t>
            </a:r>
            <a:r>
              <a:rPr lang="en-GB" err="1"/>
              <a:t>geïnstalleerd</a:t>
            </a:r>
            <a:r>
              <a:rPr lang="en-GB"/>
              <a:t> via Node.js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CC779-FABC-982B-A0E7-1996CDFAE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1173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F2AA-29C4-CCC5-9C48-6530C4E2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A138A-6D04-A1F0-E660-A6B5C435E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9D2A-14EC-2333-A09A-FBDB2849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Lukas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err="1"/>
              <a:t>SportScore</a:t>
            </a:r>
            <a:r>
              <a:rPr lang="en-US" b="1"/>
              <a:t>!</a:t>
            </a:r>
            <a:r>
              <a:rPr lang="en-US"/>
              <a:t>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webgebaseerde</a:t>
            </a:r>
            <a:r>
              <a:rPr lang="en-US"/>
              <a:t> </a:t>
            </a:r>
            <a:r>
              <a:rPr lang="en-US" err="1"/>
              <a:t>applicatie</a:t>
            </a:r>
            <a:r>
              <a:rPr lang="en-US"/>
              <a:t> die </a:t>
            </a:r>
            <a:r>
              <a:rPr lang="en-US" err="1"/>
              <a:t>draait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/>
              <a:t>Raspberry Pi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digitaal</a:t>
            </a:r>
            <a:r>
              <a:rPr lang="en-US" b="1"/>
              <a:t> </a:t>
            </a:r>
            <a:r>
              <a:rPr lang="en-US" b="1" err="1"/>
              <a:t>scorebord</a:t>
            </a:r>
            <a:r>
              <a:rPr lang="en-US"/>
              <a:t>.</a:t>
            </a:r>
            <a:br>
              <a:rPr lang="en-US"/>
            </a:br>
            <a:r>
              <a:rPr lang="en-US"/>
              <a:t>De app </a:t>
            </a:r>
            <a:r>
              <a:rPr lang="en-US" err="1"/>
              <a:t>maakt</a:t>
            </a:r>
            <a:r>
              <a:rPr lang="en-US"/>
              <a:t> het </a:t>
            </a:r>
            <a:r>
              <a:rPr lang="en-US" err="1"/>
              <a:t>eenvoudig</a:t>
            </a:r>
            <a:r>
              <a:rPr lang="en-US"/>
              <a:t> om </a:t>
            </a:r>
            <a:r>
              <a:rPr lang="en-US" b="1" err="1"/>
              <a:t>realtime</a:t>
            </a:r>
            <a:r>
              <a:rPr lang="en-US" b="1"/>
              <a:t> scores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tonen</a:t>
            </a:r>
            <a:r>
              <a:rPr lang="en-US"/>
              <a:t> op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groot</a:t>
            </a:r>
            <a:r>
              <a:rPr lang="en-US"/>
              <a:t> scherm, </a:t>
            </a:r>
            <a:r>
              <a:rPr lang="en-US" err="1"/>
              <a:t>terwijl</a:t>
            </a:r>
            <a:r>
              <a:rPr lang="en-US"/>
              <a:t> </a:t>
            </a:r>
            <a:r>
              <a:rPr lang="en-US" err="1"/>
              <a:t>begeleiders</a:t>
            </a:r>
            <a:r>
              <a:rPr lang="en-US"/>
              <a:t> via </a:t>
            </a:r>
            <a:r>
              <a:rPr lang="en-US" err="1"/>
              <a:t>hun</a:t>
            </a:r>
            <a:r>
              <a:rPr lang="en-US"/>
              <a:t> </a:t>
            </a:r>
            <a:r>
              <a:rPr lang="en-US" b="1"/>
              <a:t>smartphone of tablet</a:t>
            </a:r>
            <a:r>
              <a:rPr lang="en-US"/>
              <a:t> scores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invoeren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Offline </a:t>
            </a:r>
            <a:r>
              <a:rPr lang="en-US" b="1" err="1"/>
              <a:t>werking</a:t>
            </a:r>
            <a:r>
              <a:rPr lang="en-US"/>
              <a:t> – </a:t>
            </a:r>
            <a:r>
              <a:rPr lang="en-US" err="1"/>
              <a:t>geen</a:t>
            </a:r>
            <a:r>
              <a:rPr lang="en-US"/>
              <a:t> internet </a:t>
            </a:r>
            <a:r>
              <a:rPr lang="en-US" err="1"/>
              <a:t>nodig</a:t>
            </a:r>
            <a:r>
              <a:rPr lang="en-US"/>
              <a:t>; de Pi </a:t>
            </a:r>
            <a:r>
              <a:rPr lang="en-US" err="1"/>
              <a:t>fungeert</a:t>
            </a:r>
            <a:r>
              <a:rPr lang="en-US"/>
              <a:t> </a:t>
            </a:r>
            <a:r>
              <a:rPr lang="en-US" err="1"/>
              <a:t>als</a:t>
            </a:r>
            <a:r>
              <a:rPr lang="en-US"/>
              <a:t> eigen server </a:t>
            </a:r>
            <a:r>
              <a:rPr lang="en-US" err="1"/>
              <a:t>en</a:t>
            </a:r>
            <a:r>
              <a:rPr lang="en-US"/>
              <a:t> Wi-Fi-</a:t>
            </a:r>
            <a:r>
              <a:rPr lang="en-US" err="1"/>
              <a:t>netwerk</a:t>
            </a:r>
            <a:r>
              <a:rPr lang="en-US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r>
              <a:rPr lang="en-US" b="1" err="1"/>
              <a:t>Gebruiksvriendelijke</a:t>
            </a:r>
            <a:r>
              <a:rPr lang="en-US" b="1"/>
              <a:t> </a:t>
            </a:r>
            <a:r>
              <a:rPr lang="en-US" b="1" err="1"/>
              <a:t>bediening</a:t>
            </a:r>
            <a:r>
              <a:rPr lang="en-US"/>
              <a:t> – </a:t>
            </a:r>
            <a:r>
              <a:rPr lang="en-US" err="1"/>
              <a:t>begeleiders</a:t>
            </a:r>
            <a:r>
              <a:rPr lang="en-US"/>
              <a:t>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eenvoudig</a:t>
            </a:r>
            <a:r>
              <a:rPr lang="en-US"/>
              <a:t>:</a:t>
            </a:r>
          </a:p>
          <a:p>
            <a:r>
              <a:rPr lang="en-US"/>
              <a:t>Teams </a:t>
            </a:r>
            <a:r>
              <a:rPr lang="en-US" err="1"/>
              <a:t>aanmaken</a:t>
            </a:r>
            <a:endParaRPr lang="en-US"/>
          </a:p>
          <a:p>
            <a:r>
              <a:rPr lang="en-US"/>
              <a:t>Scores </a:t>
            </a:r>
            <a:r>
              <a:rPr lang="en-US" err="1"/>
              <a:t>invoeren</a:t>
            </a:r>
            <a:endParaRPr lang="en-US"/>
          </a:p>
          <a:p>
            <a:r>
              <a:rPr lang="en-US" err="1"/>
              <a:t>Sessies</a:t>
            </a:r>
            <a:r>
              <a:rPr lang="en-US"/>
              <a:t> </a:t>
            </a:r>
            <a:r>
              <a:rPr lang="en-US" err="1"/>
              <a:t>starten</a:t>
            </a:r>
            <a:r>
              <a:rPr lang="en-US"/>
              <a:t> of </a:t>
            </a:r>
            <a:r>
              <a:rPr lang="en-US" err="1"/>
              <a:t>oude</a:t>
            </a:r>
            <a:r>
              <a:rPr lang="en-US"/>
              <a:t> </a:t>
            </a:r>
            <a:r>
              <a:rPr lang="en-US" err="1"/>
              <a:t>wedstrijden</a:t>
            </a:r>
            <a:r>
              <a:rPr lang="en-US"/>
              <a:t> </a:t>
            </a:r>
            <a:r>
              <a:rPr lang="en-US" err="1"/>
              <a:t>herbekijken</a:t>
            </a:r>
            <a:endParaRPr lang="en-US"/>
          </a:p>
          <a:p>
            <a:endParaRPr lang="en-US"/>
          </a:p>
          <a:p>
            <a:r>
              <a:rPr lang="en-US" b="1"/>
              <a:t>Realtime </a:t>
            </a:r>
            <a:r>
              <a:rPr lang="en-US" b="1" err="1"/>
              <a:t>scoreweergave</a:t>
            </a:r>
            <a:r>
              <a:rPr lang="en-US"/>
              <a:t> – het </a:t>
            </a:r>
            <a:r>
              <a:rPr lang="en-US" err="1"/>
              <a:t>grote</a:t>
            </a:r>
            <a:r>
              <a:rPr lang="en-US"/>
              <a:t> scherm </a:t>
            </a:r>
            <a:r>
              <a:rPr lang="en-US" err="1"/>
              <a:t>toont</a:t>
            </a:r>
            <a:r>
              <a:rPr lang="en-US"/>
              <a:t> </a:t>
            </a:r>
            <a:r>
              <a:rPr lang="en-US" err="1"/>
              <a:t>onmiddellijk</a:t>
            </a:r>
            <a:r>
              <a:rPr lang="en-US"/>
              <a:t> de </a:t>
            </a:r>
            <a:r>
              <a:rPr lang="en-US" err="1"/>
              <a:t>actuele</a:t>
            </a:r>
            <a:r>
              <a:rPr lang="en-US"/>
              <a:t> stand.</a:t>
            </a:r>
          </a:p>
          <a:p>
            <a:endParaRPr lang="en-US"/>
          </a:p>
          <a:p>
            <a:r>
              <a:rPr lang="en-US" b="1"/>
              <a:t>QR-code </a:t>
            </a:r>
            <a:r>
              <a:rPr lang="en-US" b="1" err="1"/>
              <a:t>verbinding</a:t>
            </a:r>
            <a:r>
              <a:rPr lang="en-US"/>
              <a:t> – </a:t>
            </a:r>
            <a:r>
              <a:rPr lang="en-US" err="1"/>
              <a:t>gebruikers</a:t>
            </a:r>
            <a:r>
              <a:rPr lang="en-US"/>
              <a:t> </a:t>
            </a:r>
            <a:r>
              <a:rPr lang="en-US" err="1"/>
              <a:t>scannen</a:t>
            </a:r>
            <a:r>
              <a:rPr lang="en-US"/>
              <a:t> de code op het scherm om </a:t>
            </a:r>
            <a:r>
              <a:rPr lang="en-US" err="1"/>
              <a:t>snel</a:t>
            </a:r>
            <a:r>
              <a:rPr lang="en-US"/>
              <a:t> </a:t>
            </a:r>
            <a:r>
              <a:rPr lang="en-US" err="1"/>
              <a:t>verbinding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maken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21761-2B08-94C2-ACE8-82FA2D924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8B907-6619-4B48-8191-1D67315627CD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8821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9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5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86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03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3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3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68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7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3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4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9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865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BB90EF-93CD-A66C-9B8C-D03548082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Team project : </a:t>
            </a:r>
            <a:r>
              <a:rPr lang="nl-BE" err="1"/>
              <a:t>sCOREBORD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524C7D9-8285-37FA-E499-437812728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/>
              <a:t>Jarne, Abdullah, Lukas</a:t>
            </a:r>
          </a:p>
        </p:txBody>
      </p:sp>
    </p:spTree>
    <p:extLst>
      <p:ext uri="{BB962C8B-B14F-4D97-AF65-F5344CB8AC3E}">
        <p14:creationId xmlns:p14="http://schemas.microsoft.com/office/powerpoint/2010/main" val="10844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531975-74C4-FC4A-6680-70B4C379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55494"/>
            <a:ext cx="8534400" cy="1507067"/>
          </a:xfrm>
        </p:spPr>
        <p:txBody>
          <a:bodyPr/>
          <a:lstStyle/>
          <a:p>
            <a:r>
              <a:rPr lang="nl-BE"/>
              <a:t>Indeling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DA5DE0-515E-B55B-0F11-2FCC62843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406445"/>
            <a:ext cx="8534400" cy="3615267"/>
          </a:xfrm>
        </p:spPr>
        <p:txBody>
          <a:bodyPr/>
          <a:lstStyle/>
          <a:p>
            <a:r>
              <a:rPr lang="nl-NL"/>
              <a:t>Rollenverdeling team</a:t>
            </a:r>
          </a:p>
          <a:p>
            <a:r>
              <a:rPr lang="nl-NL"/>
              <a:t>Project omschrijven</a:t>
            </a:r>
          </a:p>
          <a:p>
            <a:r>
              <a:rPr lang="nl-NL"/>
              <a:t>Draft van technische oplossing voor het project</a:t>
            </a:r>
          </a:p>
          <a:p>
            <a:r>
              <a:rPr lang="nl-NL"/>
              <a:t>Scrum tool overzicht 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827578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21804D-65D5-0C48-6EBC-11DC33B3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6332"/>
            <a:ext cx="8534400" cy="1507067"/>
          </a:xfrm>
        </p:spPr>
        <p:txBody>
          <a:bodyPr/>
          <a:lstStyle/>
          <a:p>
            <a:r>
              <a:rPr lang="nl-NL"/>
              <a:t>Rollenverdeling team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C3043005-2D1A-D2B1-0414-A9DAB508F7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3864044"/>
              </p:ext>
            </p:extLst>
          </p:nvPr>
        </p:nvGraphicFramePr>
        <p:xfrm>
          <a:off x="684212" y="2192867"/>
          <a:ext cx="8534400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11048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7294C-DF98-39EE-83AC-E68396D0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28380B-3BC0-B210-7232-749146EC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00" y="2167391"/>
            <a:ext cx="6280927" cy="25232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400" spc="150">
                <a:solidFill>
                  <a:schemeClr val="tx2"/>
                </a:solidFill>
              </a:rPr>
              <a:t>Project omschrijving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3337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12DF-83B3-D310-7450-ED4A39C9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178DB-62BD-4E41-5957-5C66E53C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55494"/>
            <a:ext cx="8534400" cy="1507067"/>
          </a:xfrm>
        </p:spPr>
        <p:txBody>
          <a:bodyPr/>
          <a:lstStyle/>
          <a:p>
            <a:r>
              <a:rPr lang="nl-BE"/>
              <a:t>Project omschrijving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21DCDB-878F-31B8-3386-E42298135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406445"/>
            <a:ext cx="8534400" cy="3615267"/>
          </a:xfrm>
        </p:spPr>
        <p:txBody>
          <a:bodyPr/>
          <a:lstStyle/>
          <a:p>
            <a:pPr lvl="0">
              <a:buClr>
                <a:srgbClr val="FFFFFF"/>
              </a:buClr>
              <a:defRPr/>
            </a:pPr>
            <a:r>
              <a:rPr lang="nl-BE">
                <a:solidFill>
                  <a:srgbClr val="FFFFFF"/>
                </a:solidFill>
              </a:rPr>
              <a:t>Offline werking.</a:t>
            </a:r>
          </a:p>
          <a:p>
            <a:pPr lvl="0">
              <a:buClr>
                <a:srgbClr val="FFFFFF"/>
              </a:buClr>
              <a:defRPr/>
            </a:pPr>
            <a:r>
              <a:rPr lang="nl-BE">
                <a:solidFill>
                  <a:srgbClr val="FFFFFF"/>
                </a:solidFill>
              </a:rPr>
              <a:t>Realtime scoreweergave.</a:t>
            </a:r>
          </a:p>
          <a:p>
            <a:pPr lvl="0">
              <a:buClr>
                <a:srgbClr val="FFFFFF"/>
              </a:buClr>
              <a:defRPr/>
            </a:pPr>
            <a:r>
              <a:rPr lang="nl-BE">
                <a:solidFill>
                  <a:srgbClr val="FFFFFF"/>
                </a:solidFill>
              </a:rPr>
              <a:t>Gebruiksvriendelijke bediening.</a:t>
            </a:r>
          </a:p>
          <a:p>
            <a:pPr lvl="0">
              <a:buClr>
                <a:srgbClr val="FFFFFF"/>
              </a:buClr>
              <a:defRPr/>
            </a:pPr>
            <a:r>
              <a:rPr lang="nl-BE">
                <a:solidFill>
                  <a:srgbClr val="FFFFFF"/>
                </a:solidFill>
              </a:rPr>
              <a:t>QR-code verbinding.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451605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37985-09B8-4F09-93C7-44CB3EDE5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6198"/>
            <a:ext cx="12192000" cy="60056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F6942445-9643-E398-B56C-10D0380F7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1272" y="426198"/>
            <a:ext cx="10109455" cy="568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216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50A68-7E75-2EBE-487D-B815109A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508723-7E57-B91E-CACE-55AB532F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00" y="2167391"/>
            <a:ext cx="6280927" cy="25232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400" spc="150" err="1">
                <a:solidFill>
                  <a:schemeClr val="tx2"/>
                </a:solidFill>
              </a:rPr>
              <a:t>Technische</a:t>
            </a:r>
            <a:r>
              <a:rPr lang="en-US" sz="4400" spc="150">
                <a:solidFill>
                  <a:schemeClr val="tx2"/>
                </a:solidFill>
              </a:rPr>
              <a:t> </a:t>
            </a:r>
            <a:r>
              <a:rPr lang="en-US" sz="4400" spc="150" err="1">
                <a:solidFill>
                  <a:schemeClr val="tx2"/>
                </a:solidFill>
              </a:rPr>
              <a:t>oplossingen</a:t>
            </a:r>
            <a:endParaRPr lang="en-US" sz="4400" spc="15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425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95D85-7173-DE52-A573-4200ADA0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9A457F22-2034-4200-B6E4-5B8372AA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16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DA7986-F4F5-4F92-94A3-343B2D72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6981"/>
            <a:ext cx="4686300" cy="1639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D6207D-4353-F6D6-5F74-A4EA617D3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7" y="284176"/>
            <a:ext cx="3670874" cy="1508760"/>
          </a:xfrm>
        </p:spPr>
        <p:txBody>
          <a:bodyPr>
            <a:normAutofit/>
          </a:bodyPr>
          <a:lstStyle/>
          <a:p>
            <a:r>
              <a:rPr lang="nl-NL" sz="3400">
                <a:solidFill>
                  <a:schemeClr val="tx2"/>
                </a:solidFill>
              </a:rPr>
              <a:t>Draft van technische oplossingen </a:t>
            </a:r>
            <a:endParaRPr lang="nl-BE" sz="3400">
              <a:solidFill>
                <a:schemeClr val="tx2"/>
              </a:solidFill>
            </a:endParaRP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8D4FA01B-3ACB-4FB1-F156-D8C36307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77" y="2011680"/>
            <a:ext cx="3676678" cy="4206240"/>
          </a:xfrm>
        </p:spPr>
        <p:txBody>
          <a:bodyPr>
            <a:normAutofit lnSpcReduction="10000"/>
          </a:bodyPr>
          <a:lstStyle/>
          <a:p>
            <a:pPr lvl="0"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Raspberry Pi via HMDI </a:t>
            </a:r>
            <a:r>
              <a:rPr lang="en-US" err="1">
                <a:solidFill>
                  <a:srgbClr val="FFFFFF"/>
                </a:solidFill>
              </a:rPr>
              <a:t>geconnecteerd</a:t>
            </a:r>
            <a:endParaRPr lang="en-US">
              <a:solidFill>
                <a:srgbClr val="FFFFFF"/>
              </a:solidFill>
            </a:endParaRPr>
          </a:p>
          <a:p>
            <a:pPr lvl="0"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User scant QR code </a:t>
            </a:r>
            <a:r>
              <a:rPr lang="en-US" err="1">
                <a:solidFill>
                  <a:srgbClr val="FFFFFF"/>
                </a:solidFill>
              </a:rPr>
              <a:t>verbindt</a:t>
            </a:r>
            <a:r>
              <a:rPr lang="en-US">
                <a:solidFill>
                  <a:srgbClr val="FFFFFF"/>
                </a:solidFill>
              </a:rPr>
              <a:t> met AP</a:t>
            </a:r>
          </a:p>
          <a:p>
            <a:pPr lvl="0">
              <a:buClr>
                <a:srgbClr val="FFFFFF"/>
              </a:buClr>
            </a:pPr>
            <a:r>
              <a:rPr lang="en-US" err="1">
                <a:solidFill>
                  <a:srgbClr val="FFFFFF"/>
                </a:solidFill>
              </a:rPr>
              <a:t>Nodogsplash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opent</a:t>
            </a:r>
            <a:r>
              <a:rPr lang="en-US">
                <a:solidFill>
                  <a:srgbClr val="FFFFFF"/>
                </a:solidFill>
              </a:rPr>
              <a:t> site</a:t>
            </a:r>
          </a:p>
          <a:p>
            <a:pPr lvl="0"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QR code </a:t>
            </a:r>
            <a:r>
              <a:rPr lang="en-US" err="1">
                <a:solidFill>
                  <a:srgbClr val="FFFFFF"/>
                </a:solidFill>
              </a:rPr>
              <a:t>als</a:t>
            </a:r>
            <a:r>
              <a:rPr lang="en-US">
                <a:solidFill>
                  <a:srgbClr val="FFFFFF"/>
                </a:solidFill>
              </a:rPr>
              <a:t> backup</a:t>
            </a:r>
          </a:p>
          <a:p>
            <a:pPr lvl="0"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Apache 2</a:t>
            </a:r>
          </a:p>
          <a:p>
            <a:pPr lvl="0">
              <a:buClr>
                <a:srgbClr val="FFFFFF"/>
              </a:buClr>
            </a:pPr>
            <a:r>
              <a:rPr lang="sv-SE">
                <a:solidFill>
                  <a:srgbClr val="FFFFFF"/>
                </a:solidFill>
              </a:rPr>
              <a:t>Backend via Uvicorn </a:t>
            </a:r>
          </a:p>
          <a:p>
            <a:pPr lvl="0">
              <a:buClr>
                <a:srgbClr val="FFFFFF"/>
              </a:buClr>
            </a:pPr>
            <a:r>
              <a:rPr lang="sv-SE">
                <a:solidFill>
                  <a:srgbClr val="FFFFFF"/>
                </a:solidFill>
              </a:rPr>
              <a:t>Fastapi + SocketIO</a:t>
            </a:r>
          </a:p>
          <a:p>
            <a:pPr lvl="0">
              <a:buClr>
                <a:srgbClr val="FFFFFF"/>
              </a:buClr>
            </a:pPr>
            <a:r>
              <a:rPr lang="sv-SE">
                <a:solidFill>
                  <a:srgbClr val="FFFFFF"/>
                </a:solidFill>
              </a:rPr>
              <a:t>(Python)</a:t>
            </a:r>
          </a:p>
          <a:p>
            <a:pPr marL="0" indent="0">
              <a:buClr>
                <a:srgbClr val="000000"/>
              </a:buClr>
              <a:buNone/>
            </a:pPr>
            <a:endParaRPr lang="nl-BE">
              <a:solidFill>
                <a:schemeClr val="bg1"/>
              </a:solidFill>
            </a:endParaRPr>
          </a:p>
          <a:p>
            <a:pPr marL="0" indent="0">
              <a:buClr>
                <a:srgbClr val="000000"/>
              </a:buClr>
              <a:buNone/>
            </a:pPr>
            <a:endParaRPr lang="nl-BE">
              <a:solidFill>
                <a:schemeClr val="bg1"/>
              </a:solidFill>
            </a:endParaRPr>
          </a:p>
          <a:p>
            <a:endParaRPr lang="nl-BE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8E76FD-76EE-4DE6-BBA4-EEA6E4B98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190" y="0"/>
            <a:ext cx="75668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Afbeelding 3" descr="Afbeelding met tekst, diagram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DDC20B0B-0D83-9270-504E-B008BE94B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47" y="598634"/>
            <a:ext cx="5930644" cy="561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04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5E48E-8B3C-EA32-3347-FC5F60E1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6F47E-4DCD-0624-B62A-CADE591A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82388"/>
            <a:ext cx="10799576" cy="1507067"/>
          </a:xfrm>
        </p:spPr>
        <p:txBody>
          <a:bodyPr/>
          <a:lstStyle/>
          <a:p>
            <a:r>
              <a:rPr lang="nl-NL"/>
              <a:t>Draft van technische oplossingen 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2FD9D75-5EB1-782B-AD98-772E2455B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556933"/>
            <a:ext cx="8534400" cy="3615267"/>
          </a:xfrm>
        </p:spPr>
        <p:txBody>
          <a:bodyPr/>
          <a:lstStyle/>
          <a:p>
            <a:r>
              <a:rPr lang="nl-BE" err="1"/>
              <a:t>MySQL</a:t>
            </a:r>
            <a:r>
              <a:rPr lang="nl-BE"/>
              <a:t> wordt gebruikt voor het opslaan van:</a:t>
            </a:r>
          </a:p>
          <a:p>
            <a:pPr lvl="0"/>
            <a:r>
              <a:rPr lang="nl-BE"/>
              <a:t>Teams</a:t>
            </a:r>
          </a:p>
          <a:p>
            <a:pPr lvl="0"/>
            <a:r>
              <a:rPr lang="nl-BE"/>
              <a:t>Spelers (optioneel voor gebruiker)</a:t>
            </a:r>
          </a:p>
          <a:p>
            <a:pPr lvl="0"/>
            <a:r>
              <a:rPr lang="nl-BE"/>
              <a:t>Scores</a:t>
            </a:r>
          </a:p>
          <a:p>
            <a:pPr lvl="0"/>
            <a:r>
              <a:rPr lang="nl-BE"/>
              <a:t>Spellen - </a:t>
            </a:r>
            <a:r>
              <a:rPr lang="nl-BE" err="1"/>
              <a:t>core</a:t>
            </a:r>
            <a:r>
              <a:rPr lang="nl-BE"/>
              <a:t>, alles draait er om</a:t>
            </a:r>
          </a:p>
          <a:p>
            <a:pPr lvl="0"/>
            <a:r>
              <a:rPr lang="nl-BE"/>
              <a:t>Sporten – soorten spellen (niet enkel sporten)</a:t>
            </a:r>
          </a:p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8629421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2D6B2-AA22-02CD-9623-F6E031A1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3610D8-D8A2-ECF7-D7E7-F59E1AB1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nl-NL"/>
              <a:t>Draft van technische oplossingen </a:t>
            </a:r>
            <a:endParaRPr lang="nl-BE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7CB6542C-9ECE-D82F-A923-24F7FB61E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36911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567725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331CD-43DB-F6B0-94F2-DCFE00F1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E75778-8865-451E-A418-58B337FE5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F79B6D-BC72-F1B2-0C95-B248FA61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000" y="2167391"/>
            <a:ext cx="6280927" cy="25232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400" spc="150">
                <a:solidFill>
                  <a:schemeClr val="tx2"/>
                </a:solidFill>
              </a:rPr>
              <a:t>Scrum tool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29791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96794-5EC9-CBCE-95BB-1C88D0E2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1">
            <a:extLst>
              <a:ext uri="{FF2B5EF4-FFF2-40B4-BE49-F238E27FC236}">
                <a16:creationId xmlns:a16="http://schemas.microsoft.com/office/drawing/2014/main" id="{9A457F22-2034-4200-B6E4-5B8372AAC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16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9DA7986-F4F5-4F92-94A3-343B2D720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6981"/>
            <a:ext cx="4686300" cy="1639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50B24C-767E-F90F-FFBB-B8527AA7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7" y="284176"/>
            <a:ext cx="3670874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>
                <a:solidFill>
                  <a:schemeClr val="tx2"/>
                </a:solidFill>
              </a:rPr>
              <a:t>Overzicht van scrum tool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60052C7-8313-B651-CF93-DC20CD4AEE26}"/>
              </a:ext>
            </a:extLst>
          </p:cNvPr>
          <p:cNvSpPr txBox="1">
            <a:spLocks/>
          </p:cNvSpPr>
          <p:nvPr/>
        </p:nvSpPr>
        <p:spPr>
          <a:xfrm>
            <a:off x="634277" y="2011680"/>
            <a:ext cx="3676678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-18288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"/>
              <a:defRPr/>
            </a:pPr>
            <a:r>
              <a:rPr lang="en-US" sz="1800">
                <a:solidFill>
                  <a:schemeClr val="bg1"/>
                </a:solidFill>
              </a:rPr>
              <a:t>Scrum board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428E76FD-76EE-4DE6-BBA4-EEA6E4B98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190" y="0"/>
            <a:ext cx="75668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FCC53A-083F-97C1-929F-26BF73A0D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1899" y="1150374"/>
            <a:ext cx="7173392" cy="48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75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42F30-732B-BAB8-6241-9CE224E5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BF030-1FDC-C158-0BAC-CB06541F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Overzicht van scrum tool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BA2DEB6E-EB65-466F-0B5C-4347D04092EE}"/>
              </a:ext>
            </a:extLst>
          </p:cNvPr>
          <p:cNvSpPr txBox="1">
            <a:spLocks/>
          </p:cNvSpPr>
          <p:nvPr/>
        </p:nvSpPr>
        <p:spPr>
          <a:xfrm>
            <a:off x="522514" y="2011680"/>
            <a:ext cx="3945297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-182880" defTabSz="914400">
              <a:lnSpc>
                <a:spcPct val="90000"/>
              </a:lnSpc>
              <a:buFont typeface="Wingdings" pitchFamily="2" charset="2"/>
              <a:buChar char=""/>
            </a:pPr>
            <a:r>
              <a:rPr lang="en-US">
                <a:solidFill>
                  <a:schemeClr val="tx1"/>
                </a:solidFill>
              </a:rPr>
              <a:t>Backlog</a:t>
            </a:r>
          </a:p>
        </p:txBody>
      </p:sp>
      <p:sp useBgFill="1">
        <p:nvSpPr>
          <p:cNvPr id="125" name="Rectangle 39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41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Afbeelding 9" descr="Afbeelding met tekst, schermopname, software&#10;&#10;Door AI gegenereerde inhoud is mogelijk onjuist.">
            <a:extLst>
              <a:ext uri="{FF2B5EF4-FFF2-40B4-BE49-F238E27FC236}">
                <a16:creationId xmlns:a16="http://schemas.microsoft.com/office/drawing/2014/main" id="{593BFF9E-6408-5817-D95D-02FA6E9A8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0"/>
            <a:ext cx="1747414" cy="3948959"/>
          </a:xfrm>
          <a:prstGeom prst="rect">
            <a:avLst/>
          </a:prstGeom>
        </p:spPr>
      </p:pic>
      <p:sp>
        <p:nvSpPr>
          <p:cNvPr id="127" name="Rectangle 43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45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47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C079D7E-11A6-E967-F23B-23B84C9A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443" y="2990994"/>
            <a:ext cx="1440459" cy="386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0616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3D08E-288A-D694-5EED-A0CBF8B8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62E6A-9E18-0C3A-AF27-BD62BC13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Overzicht van scrum tool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AD741F1-15FF-15A5-984C-B96FB137BFF8}"/>
              </a:ext>
            </a:extLst>
          </p:cNvPr>
          <p:cNvSpPr txBox="1">
            <a:spLocks/>
          </p:cNvSpPr>
          <p:nvPr/>
        </p:nvSpPr>
        <p:spPr>
          <a:xfrm>
            <a:off x="522514" y="2011680"/>
            <a:ext cx="3945297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-182880" defTabSz="914400">
              <a:lnSpc>
                <a:spcPct val="90000"/>
              </a:lnSpc>
              <a:buFont typeface="Wingdings" pitchFamily="2" charset="2"/>
              <a:buChar char=""/>
            </a:pPr>
            <a:r>
              <a:rPr lang="en-US">
                <a:solidFill>
                  <a:schemeClr val="tx1"/>
                </a:solidFill>
              </a:rPr>
              <a:t>Active sprint</a:t>
            </a:r>
          </a:p>
        </p:txBody>
      </p:sp>
      <p:sp useBgFill="1">
        <p:nvSpPr>
          <p:cNvPr id="40" name="Rectangle 38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Afbeelding 9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A79BB4CF-8BCC-4B54-4AFA-9D749FF45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33" y="496344"/>
            <a:ext cx="4027470" cy="3030671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Afbeelding 7" descr="Afbeelding met tekst, elektronica, schermopname, multimedia&#10;&#10;Door AI gegenereerde inhoud is mogelijk onjuist.">
            <a:extLst>
              <a:ext uri="{FF2B5EF4-FFF2-40B4-BE49-F238E27FC236}">
                <a16:creationId xmlns:a16="http://schemas.microsoft.com/office/drawing/2014/main" id="{FD438CC2-EBD1-1212-614B-5FF07FE52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7025" y="2989781"/>
            <a:ext cx="1982461" cy="386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92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5B3B7-A302-ACEB-05CA-CA6E3E80A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87F061-504F-2358-7810-50B99EFA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7" y="284176"/>
            <a:ext cx="3670874" cy="15087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Overzicht van scrum tool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D5C969E1-3720-AF38-084B-D208962E832B}"/>
              </a:ext>
            </a:extLst>
          </p:cNvPr>
          <p:cNvSpPr txBox="1">
            <a:spLocks/>
          </p:cNvSpPr>
          <p:nvPr/>
        </p:nvSpPr>
        <p:spPr>
          <a:xfrm>
            <a:off x="634276" y="2011680"/>
            <a:ext cx="3836123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-182880" defTabSz="914400">
              <a:lnSpc>
                <a:spcPct val="90000"/>
              </a:lnSpc>
              <a:buFont typeface="Wingdings" pitchFamily="2" charset="2"/>
              <a:buChar char=""/>
            </a:pPr>
            <a:r>
              <a:rPr lang="en-US" sz="1800">
                <a:solidFill>
                  <a:schemeClr val="tx1"/>
                </a:solidFill>
              </a:rPr>
              <a:t>Next sprint</a:t>
            </a: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A5B33CA-5B40-45DE-80D5-7064B96FF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4720" y="0"/>
            <a:ext cx="744728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E5ED2F42-1BC3-4DDA-8660-734F3FB7C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6275" y="534114"/>
            <a:ext cx="3490790" cy="5888739"/>
          </a:xfrm>
          <a:prstGeom prst="rect">
            <a:avLst/>
          </a:prstGeom>
          <a:solidFill>
            <a:srgbClr val="FFFFFF"/>
          </a:solidFill>
          <a:ln w="12700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Afbeelding 3" descr="Afbeelding met tekst, schermopname, software, multimedia&#10;&#10;Door AI gegenereerde inhoud is mogelijk onjuist.">
            <a:extLst>
              <a:ext uri="{FF2B5EF4-FFF2-40B4-BE49-F238E27FC236}">
                <a16:creationId xmlns:a16="http://schemas.microsoft.com/office/drawing/2014/main" id="{26ADF4D2-6B3D-F780-CFC1-ADBA87610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145" y="534114"/>
            <a:ext cx="2588958" cy="5883998"/>
          </a:xfrm>
          <a:prstGeom prst="rect">
            <a:avLst/>
          </a:prstGeom>
        </p:spPr>
      </p:pic>
      <p:sp>
        <p:nvSpPr>
          <p:cNvPr id="13" name="Rectangle 17">
            <a:extLst>
              <a:ext uri="{FF2B5EF4-FFF2-40B4-BE49-F238E27FC236}">
                <a16:creationId xmlns:a16="http://schemas.microsoft.com/office/drawing/2014/main" id="{F1984B1A-8111-47F7-AEFC-F7EEE69C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359" y="534115"/>
            <a:ext cx="2914267" cy="2497756"/>
          </a:xfrm>
          <a:prstGeom prst="rect">
            <a:avLst/>
          </a:prstGeom>
          <a:solidFill>
            <a:srgbClr val="FFFFFF"/>
          </a:solidFill>
          <a:ln w="12700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Afbeelding 8" descr="Afbeelding met tekst, schermopname, multimedia, software&#10;&#10;Door AI gegenereerde inhoud is mogelijk onjuist.">
            <a:extLst>
              <a:ext uri="{FF2B5EF4-FFF2-40B4-BE49-F238E27FC236}">
                <a16:creationId xmlns:a16="http://schemas.microsoft.com/office/drawing/2014/main" id="{16E6AD93-C174-2E20-B524-A1FF415E1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199" y="534115"/>
            <a:ext cx="1417475" cy="2497756"/>
          </a:xfrm>
          <a:prstGeom prst="rect">
            <a:avLst/>
          </a:prstGeom>
        </p:spPr>
      </p:pic>
      <p:sp>
        <p:nvSpPr>
          <p:cNvPr id="15" name="Rectangle 19">
            <a:extLst>
              <a:ext uri="{FF2B5EF4-FFF2-40B4-BE49-F238E27FC236}">
                <a16:creationId xmlns:a16="http://schemas.microsoft.com/office/drawing/2014/main" id="{69A19395-57A9-4233-BC25-5C5A072BE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359" y="3192739"/>
            <a:ext cx="2914267" cy="3230115"/>
          </a:xfrm>
          <a:prstGeom prst="rect">
            <a:avLst/>
          </a:prstGeom>
          <a:solidFill>
            <a:srgbClr val="FFFFFF"/>
          </a:solidFill>
          <a:ln w="12700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Afbeelding 5" descr="Afbeelding met tekst, schermopname, software, multimedia&#10;&#10;Door AI gegenereerde inhoud is mogelijk onjuist.">
            <a:extLst>
              <a:ext uri="{FF2B5EF4-FFF2-40B4-BE49-F238E27FC236}">
                <a16:creationId xmlns:a16="http://schemas.microsoft.com/office/drawing/2014/main" id="{5F93824A-E278-38DA-FFEA-6B458F7AD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7661" y="3182900"/>
            <a:ext cx="1520549" cy="323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0117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7C05-98CA-3BE4-76D5-97732783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Dankuwel</a:t>
            </a:r>
            <a:r>
              <a:rPr lang="en-GB"/>
              <a:t> om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luisteren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9A4AA-4806-89F6-FACF-D8796B3B0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200" err="1"/>
              <a:t>Zijn</a:t>
            </a:r>
            <a:r>
              <a:rPr lang="en-GB" sz="3200"/>
              <a:t> er </a:t>
            </a:r>
            <a:r>
              <a:rPr lang="en-GB" sz="3200" err="1"/>
              <a:t>nog</a:t>
            </a:r>
            <a:r>
              <a:rPr lang="en-GB" sz="3200"/>
              <a:t> </a:t>
            </a:r>
            <a:r>
              <a:rPr lang="en-GB" sz="3200" err="1"/>
              <a:t>Vragen</a:t>
            </a:r>
            <a:r>
              <a:rPr lang="en-GB" sz="3200"/>
              <a:t>?</a:t>
            </a:r>
            <a:endParaRPr lang="nl-BE" sz="3200"/>
          </a:p>
        </p:txBody>
      </p:sp>
    </p:spTree>
    <p:extLst>
      <p:ext uri="{BB962C8B-B14F-4D97-AF65-F5344CB8AC3E}">
        <p14:creationId xmlns:p14="http://schemas.microsoft.com/office/powerpoint/2010/main" val="144969516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estreept">
  <a:themeElements>
    <a:clrScheme name="Gestreept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Gestreept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estreep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D69EB00565E4449CB895FC883CAB4B" ma:contentTypeVersion="5" ma:contentTypeDescription="Een nieuw document maken." ma:contentTypeScope="" ma:versionID="0285df8c5fd03dd88d53479744112e5c">
  <xsd:schema xmlns:xsd="http://www.w3.org/2001/XMLSchema" xmlns:xs="http://www.w3.org/2001/XMLSchema" xmlns:p="http://schemas.microsoft.com/office/2006/metadata/properties" xmlns:ns3="1607f283-65cb-4d2d-89f5-61bd864d7219" targetNamespace="http://schemas.microsoft.com/office/2006/metadata/properties" ma:root="true" ma:fieldsID="175252188d94135eaf8ab48111174ef0" ns3:_="">
    <xsd:import namespace="1607f283-65cb-4d2d-89f5-61bd864d721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07f283-65cb-4d2d-89f5-61bd864d7219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07f283-65cb-4d2d-89f5-61bd864d72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6F7D45-D98B-406B-9F8D-ADCD855A28F8}">
  <ds:schemaRefs>
    <ds:schemaRef ds:uri="1607f283-65cb-4d2d-89f5-61bd864d72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39E2C0-F548-4052-9A10-11D57FE64522}">
  <ds:schemaRefs>
    <ds:schemaRef ds:uri="http://schemas.microsoft.com/office/infopath/2007/PartnerControls"/>
    <ds:schemaRef ds:uri="1607f283-65cb-4d2d-89f5-61bd864d7219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54AB630-0315-4F97-BFD5-25242B16C4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715</Words>
  <Application>Microsoft Office PowerPoint</Application>
  <PresentationFormat>Widescreen</PresentationFormat>
  <Paragraphs>124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Corbel</vt:lpstr>
      <vt:lpstr>Wingdings</vt:lpstr>
      <vt:lpstr>Gestreept</vt:lpstr>
      <vt:lpstr>Team project : sCOREBORD</vt:lpstr>
      <vt:lpstr>Indeling</vt:lpstr>
      <vt:lpstr>Rollenverdeling team</vt:lpstr>
      <vt:lpstr>Project omschrijving</vt:lpstr>
      <vt:lpstr>Project omschrijving</vt:lpstr>
      <vt:lpstr>PowerPoint Presentation</vt:lpstr>
      <vt:lpstr>Technische oplossingen</vt:lpstr>
      <vt:lpstr>Draft van technische oplossingen </vt:lpstr>
      <vt:lpstr>Draft van technische oplossingen </vt:lpstr>
      <vt:lpstr>Draft van technische oplossingen </vt:lpstr>
      <vt:lpstr>Scrum tool</vt:lpstr>
      <vt:lpstr>Overzicht van scrum tool</vt:lpstr>
      <vt:lpstr>Overzicht van scrum tool</vt:lpstr>
      <vt:lpstr>Overzicht van scrum tool</vt:lpstr>
      <vt:lpstr>Overzicht van scrum tool</vt:lpstr>
      <vt:lpstr>Dankuwel om te luisteren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Jarne VERHAEST</dc:creator>
  <cp:lastModifiedBy>Lukas BOHEZ</cp:lastModifiedBy>
  <cp:revision>2</cp:revision>
  <dcterms:created xsi:type="dcterms:W3CDTF">2025-11-05T12:40:43Z</dcterms:created>
  <dcterms:modified xsi:type="dcterms:W3CDTF">2025-11-06T17:43:15Z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0x010100E3D69EB00565E4449CB895FC883CAB4B</vt:lpwstr>
  </property>
</Properties>
</file>